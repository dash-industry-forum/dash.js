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87" r:id="rId2"/>
    <p:sldId id="291" r:id="rId3"/>
    <p:sldId id="286" r:id="rId4"/>
    <p:sldId id="289" r:id="rId5"/>
    <p:sldId id="290" r:id="rId6"/>
    <p:sldId id="288" r:id="rId7"/>
  </p:sldIdLst>
  <p:sldSz cx="24387175" cy="13716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Font Awesome 5 Pro Light" panose="02000303000000000000" pitchFamily="2" charset="2"/>
      <p:regular r:id="rId14"/>
    </p:embeddedFont>
    <p:embeddedFont>
      <p:font typeface="Font Awesome 5 Pro Solid" panose="02000503000000000000" pitchFamily="2" charset="2"/>
      <p:bold r:id="rId15"/>
    </p:embeddedFont>
    <p:embeddedFont>
      <p:font typeface="Poppins" pitchFamily="2" charset="77"/>
      <p:regular r:id="rId16"/>
      <p:bold r:id="rId17"/>
      <p:italic r:id="rId18"/>
      <p:boldItalic r:id="rId19"/>
    </p:embeddedFont>
    <p:embeddedFont>
      <p:font typeface="Poppins ExtraLight" pitchFamily="2" charset="77"/>
      <p:regular r:id="rId20"/>
      <p:italic r:id="rId21"/>
    </p:embeddedFont>
    <p:embeddedFont>
      <p:font typeface="Poppins Light" pitchFamily="2" charset="77"/>
      <p:regular r:id="rId22"/>
      <p:italic r:id="rId23"/>
    </p:embeddedFont>
    <p:embeddedFont>
      <p:font typeface="Poppins Thin" pitchFamily="2" charset="77"/>
      <p:regular r:id="rId24"/>
      <p:italic r:id="rId25"/>
    </p:embeddedFont>
  </p:embeddedFontLst>
  <p:defaultTextStyle>
    <a:defPPr>
      <a:defRPr lang="en-US"/>
    </a:defPPr>
    <a:lvl1pPr marL="0" algn="l" defTabSz="1038412" rtl="0" eaLnBrk="1" latinLnBrk="0" hangingPunct="1">
      <a:defRPr sz="4000" kern="1200">
        <a:solidFill>
          <a:schemeClr val="tx1"/>
        </a:solidFill>
        <a:latin typeface="+mn-lt"/>
        <a:ea typeface="+mn-ea"/>
        <a:cs typeface="+mn-cs"/>
      </a:defRPr>
    </a:lvl1pPr>
    <a:lvl2pPr marL="1038412" algn="l" defTabSz="1038412" rtl="0" eaLnBrk="1" latinLnBrk="0" hangingPunct="1">
      <a:defRPr sz="4000" kern="1200">
        <a:solidFill>
          <a:schemeClr val="tx1"/>
        </a:solidFill>
        <a:latin typeface="+mn-lt"/>
        <a:ea typeface="+mn-ea"/>
        <a:cs typeface="+mn-cs"/>
      </a:defRPr>
    </a:lvl2pPr>
    <a:lvl3pPr marL="2076826" algn="l" defTabSz="1038412" rtl="0" eaLnBrk="1" latinLnBrk="0" hangingPunct="1">
      <a:defRPr sz="4000" kern="1200">
        <a:solidFill>
          <a:schemeClr val="tx1"/>
        </a:solidFill>
        <a:latin typeface="+mn-lt"/>
        <a:ea typeface="+mn-ea"/>
        <a:cs typeface="+mn-cs"/>
      </a:defRPr>
    </a:lvl3pPr>
    <a:lvl4pPr marL="3115238" algn="l" defTabSz="1038412" rtl="0" eaLnBrk="1" latinLnBrk="0" hangingPunct="1">
      <a:defRPr sz="4000" kern="1200">
        <a:solidFill>
          <a:schemeClr val="tx1"/>
        </a:solidFill>
        <a:latin typeface="+mn-lt"/>
        <a:ea typeface="+mn-ea"/>
        <a:cs typeface="+mn-cs"/>
      </a:defRPr>
    </a:lvl4pPr>
    <a:lvl5pPr marL="4153650" algn="l" defTabSz="1038412" rtl="0" eaLnBrk="1" latinLnBrk="0" hangingPunct="1">
      <a:defRPr sz="4000" kern="1200">
        <a:solidFill>
          <a:schemeClr val="tx1"/>
        </a:solidFill>
        <a:latin typeface="+mn-lt"/>
        <a:ea typeface="+mn-ea"/>
        <a:cs typeface="+mn-cs"/>
      </a:defRPr>
    </a:lvl5pPr>
    <a:lvl6pPr marL="5192062" algn="l" defTabSz="1038412" rtl="0" eaLnBrk="1" latinLnBrk="0" hangingPunct="1">
      <a:defRPr sz="4000" kern="1200">
        <a:solidFill>
          <a:schemeClr val="tx1"/>
        </a:solidFill>
        <a:latin typeface="+mn-lt"/>
        <a:ea typeface="+mn-ea"/>
        <a:cs typeface="+mn-cs"/>
      </a:defRPr>
    </a:lvl6pPr>
    <a:lvl7pPr marL="6230472" algn="l" defTabSz="1038412" rtl="0" eaLnBrk="1" latinLnBrk="0" hangingPunct="1">
      <a:defRPr sz="4000" kern="1200">
        <a:solidFill>
          <a:schemeClr val="tx1"/>
        </a:solidFill>
        <a:latin typeface="+mn-lt"/>
        <a:ea typeface="+mn-ea"/>
        <a:cs typeface="+mn-cs"/>
      </a:defRPr>
    </a:lvl7pPr>
    <a:lvl8pPr marL="7268889" algn="l" defTabSz="1038412" rtl="0" eaLnBrk="1" latinLnBrk="0" hangingPunct="1">
      <a:defRPr sz="4000" kern="1200">
        <a:solidFill>
          <a:schemeClr val="tx1"/>
        </a:solidFill>
        <a:latin typeface="+mn-lt"/>
        <a:ea typeface="+mn-ea"/>
        <a:cs typeface="+mn-cs"/>
      </a:defRPr>
    </a:lvl8pPr>
    <a:lvl9pPr marL="8307298" algn="l" defTabSz="1038412" rtl="0" eaLnBrk="1" latinLnBrk="0" hangingPunct="1">
      <a:defRPr sz="4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lides" id="{D2538EB8-740A-E04A-89E1-AF5DCF4D0724}">
          <p14:sldIdLst>
            <p14:sldId id="287"/>
            <p14:sldId id="291"/>
            <p14:sldId id="286"/>
            <p14:sldId id="289"/>
            <p14:sldId id="290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145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49" autoAdjust="0"/>
    <p:restoredTop sz="94603"/>
  </p:normalViewPr>
  <p:slideViewPr>
    <p:cSldViewPr snapToObjects="1">
      <p:cViewPr varScale="1">
        <p:scale>
          <a:sx n="44" d="100"/>
          <a:sy n="44" d="100"/>
        </p:scale>
        <p:origin x="296" y="1376"/>
      </p:cViewPr>
      <p:guideLst>
        <p:guide orient="horz"/>
        <p:guide pos="1451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D1F4-EB9B-8D4C-8330-A7FD24F71DA8}" type="datetimeFigureOut">
              <a:rPr lang="en-US" smtClean="0"/>
              <a:t>8/1/22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FAAED-601C-2E42-A5D2-7D875446EB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862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B5DB0-7631-C740-8B9A-54252701A623}" type="datetimeFigureOut">
              <a:rPr lang="en-US" smtClean="0"/>
              <a:t>8/1/22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6955A8-62FB-E247-BFB6-6D96B50CB5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0409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03841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1038412" algn="l" defTabSz="103841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2076826" algn="l" defTabSz="103841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3115238" algn="l" defTabSz="103841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4153650" algn="l" defTabSz="103841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5192062" algn="l" defTabSz="103841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6230472" algn="l" defTabSz="103841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7268889" algn="l" defTabSz="103841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8307298" algn="l" defTabSz="1038412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xagon 3"/>
          <p:cNvSpPr/>
          <p:nvPr userDrawn="1"/>
        </p:nvSpPr>
        <p:spPr>
          <a:xfrm rot="5400000">
            <a:off x="10613177" y="8026893"/>
            <a:ext cx="3075236" cy="6828342"/>
          </a:xfrm>
          <a:custGeom>
            <a:avLst/>
            <a:gdLst/>
            <a:ahLst/>
            <a:cxnLst/>
            <a:rect l="l" t="t" r="r" b="b"/>
            <a:pathLst>
              <a:path w="3075236" h="6828341">
                <a:moveTo>
                  <a:pt x="0" y="0"/>
                </a:moveTo>
                <a:lnTo>
                  <a:pt x="1368152" y="0"/>
                </a:lnTo>
                <a:lnTo>
                  <a:pt x="3075236" y="3414171"/>
                </a:lnTo>
                <a:lnTo>
                  <a:pt x="1368152" y="6828341"/>
                </a:lnTo>
                <a:lnTo>
                  <a:pt x="0" y="6828341"/>
                </a:lnTo>
                <a:lnTo>
                  <a:pt x="1707084" y="3414171"/>
                </a:lnTo>
                <a:close/>
              </a:path>
            </a:pathLst>
          </a:custGeom>
          <a:solidFill>
            <a:srgbClr val="00B05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9" name="Hexagon 3"/>
          <p:cNvSpPr/>
          <p:nvPr userDrawn="1"/>
        </p:nvSpPr>
        <p:spPr>
          <a:xfrm rot="5400000">
            <a:off x="8897983" y="4498499"/>
            <a:ext cx="6531622" cy="6828342"/>
          </a:xfrm>
          <a:custGeom>
            <a:avLst/>
            <a:gdLst/>
            <a:ahLst/>
            <a:cxnLst/>
            <a:rect l="l" t="t" r="r" b="b"/>
            <a:pathLst>
              <a:path w="6531622" h="6828341">
                <a:moveTo>
                  <a:pt x="0" y="0"/>
                </a:moveTo>
                <a:lnTo>
                  <a:pt x="4824536" y="0"/>
                </a:lnTo>
                <a:lnTo>
                  <a:pt x="6531622" y="3414171"/>
                </a:lnTo>
                <a:lnTo>
                  <a:pt x="4824536" y="6828341"/>
                </a:lnTo>
                <a:lnTo>
                  <a:pt x="0" y="6828341"/>
                </a:lnTo>
                <a:lnTo>
                  <a:pt x="1707086" y="3414171"/>
                </a:ln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13" name="Hexagon 3"/>
          <p:cNvSpPr/>
          <p:nvPr userDrawn="1"/>
        </p:nvSpPr>
        <p:spPr>
          <a:xfrm rot="5400000">
            <a:off x="6162013" y="-2066881"/>
            <a:ext cx="11977564" cy="6828342"/>
          </a:xfrm>
          <a:custGeom>
            <a:avLst/>
            <a:gdLst/>
            <a:ahLst/>
            <a:cxnLst/>
            <a:rect l="l" t="t" r="r" b="b"/>
            <a:pathLst>
              <a:path w="11977563" h="6828341">
                <a:moveTo>
                  <a:pt x="0" y="0"/>
                </a:moveTo>
                <a:lnTo>
                  <a:pt x="10270477" y="0"/>
                </a:lnTo>
                <a:lnTo>
                  <a:pt x="11977563" y="3414171"/>
                </a:lnTo>
                <a:lnTo>
                  <a:pt x="10270477" y="6828341"/>
                </a:lnTo>
                <a:lnTo>
                  <a:pt x="0" y="6828341"/>
                </a:lnTo>
                <a:close/>
              </a:path>
            </a:pathLst>
          </a:custGeom>
          <a:solidFill>
            <a:srgbClr val="46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14" name="Hexagon 3"/>
          <p:cNvSpPr/>
          <p:nvPr userDrawn="1"/>
        </p:nvSpPr>
        <p:spPr>
          <a:xfrm rot="5400000">
            <a:off x="10626174" y="2384283"/>
            <a:ext cx="3075236" cy="6828342"/>
          </a:xfrm>
          <a:custGeom>
            <a:avLst/>
            <a:gdLst/>
            <a:ahLst/>
            <a:cxnLst/>
            <a:rect l="l" t="t" r="r" b="b"/>
            <a:pathLst>
              <a:path w="3075236" h="6828341">
                <a:moveTo>
                  <a:pt x="0" y="0"/>
                </a:moveTo>
                <a:lnTo>
                  <a:pt x="1368152" y="0"/>
                </a:lnTo>
                <a:lnTo>
                  <a:pt x="3075236" y="3414171"/>
                </a:lnTo>
                <a:lnTo>
                  <a:pt x="1368152" y="6828341"/>
                </a:lnTo>
                <a:lnTo>
                  <a:pt x="0" y="6828341"/>
                </a:lnTo>
                <a:lnTo>
                  <a:pt x="1707084" y="3414171"/>
                </a:ln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97443" y="1025354"/>
            <a:ext cx="2731956" cy="1964200"/>
          </a:xfrm>
          <a:prstGeom prst="rect">
            <a:avLst/>
          </a:prstGeom>
        </p:spPr>
        <p:txBody>
          <a:bodyPr vert="horz" wrap="square"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900" b="0" i="0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" name="Oval 2"/>
          <p:cNvSpPr/>
          <p:nvPr userDrawn="1"/>
        </p:nvSpPr>
        <p:spPr>
          <a:xfrm>
            <a:off x="11000215" y="881336"/>
            <a:ext cx="2386751" cy="2386752"/>
          </a:xfrm>
          <a:prstGeom prst="ellipse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6" tIns="45700" rIns="91406" bIns="45700" rtlCol="0" anchor="ctr"/>
          <a:lstStyle/>
          <a:p>
            <a:pPr algn="ctr"/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9012267" y="3474832"/>
            <a:ext cx="6205656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Project </a:t>
            </a:r>
            <a:r>
              <a:rPr lang="es-ES_tradnl" dirty="0" err="1"/>
              <a:t>Name</a:t>
            </a:r>
            <a:endParaRPr lang="es-ES_tradnl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9214112" y="7684717"/>
            <a:ext cx="6003811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chemeClr val="accent3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9214112" y="8285632"/>
            <a:ext cx="6003811" cy="181272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ligula.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magna </a:t>
            </a:r>
            <a:r>
              <a:rPr lang="en-US" dirty="0" err="1"/>
              <a:t>nec</a:t>
            </a:r>
            <a:r>
              <a:rPr lang="en-US" dirty="0"/>
              <a:t> lacus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In </a:t>
            </a:r>
            <a:r>
              <a:rPr lang="en-US" dirty="0" err="1"/>
              <a:t>pulvinar</a:t>
            </a:r>
            <a:r>
              <a:rPr lang="en-US" dirty="0"/>
              <a:t> quam vitae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0329801" y="4697760"/>
            <a:ext cx="3735996" cy="0"/>
          </a:xfrm>
          <a:prstGeom prst="line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54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78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0" y="17241"/>
            <a:ext cx="24387175" cy="13698762"/>
          </a:xfrm>
          <a:prstGeom prst="rect">
            <a:avLst/>
          </a:prstGeom>
          <a:effectLst/>
        </p:spPr>
        <p:txBody>
          <a:bodyPr vert="horz" lIns="91406" tIns="45700" rIns="91406" bIns="45700" anchor="ctr"/>
          <a:lstStyle>
            <a:lvl1pPr marL="0" indent="0" algn="ctr">
              <a:buNone/>
              <a:defRPr sz="2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4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11167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with top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4" y="2897560"/>
            <a:ext cx="21380440" cy="1800200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</a:p>
        </p:txBody>
      </p:sp>
    </p:spTree>
    <p:extLst>
      <p:ext uri="{BB962C8B-B14F-4D97-AF65-F5344CB8AC3E}">
        <p14:creationId xmlns:p14="http://schemas.microsoft.com/office/powerpoint/2010/main" val="94297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4" y="11322496"/>
            <a:ext cx="21380440" cy="1800200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1531573" y="10674425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0196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Full </a:t>
            </a:r>
            <a:r>
              <a:rPr lang="es-ES_tradnl" dirty="0" err="1"/>
              <a:t>widht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0" y="2825552"/>
            <a:ext cx="24387175" cy="741682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1531573" y="10577565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4" y="11178480"/>
            <a:ext cx="21380440" cy="1800200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</a:p>
        </p:txBody>
      </p:sp>
    </p:spTree>
    <p:extLst>
      <p:ext uri="{BB962C8B-B14F-4D97-AF65-F5344CB8AC3E}">
        <p14:creationId xmlns:p14="http://schemas.microsoft.com/office/powerpoint/2010/main" val="383778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1531938" y="1891270"/>
            <a:ext cx="10517188" cy="7777164"/>
          </a:xfrm>
          <a:prstGeom prst="rect">
            <a:avLst/>
          </a:prstGeom>
        </p:spPr>
        <p:txBody>
          <a:bodyPr vert="horz" lIns="91406" tIns="45700" rIns="91406" bIns="45700" anchor="ctr"/>
          <a:lstStyle>
            <a:lvl1pPr marL="0" indent="0" algn="ctr">
              <a:buNone/>
              <a:defRPr sz="2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2913655" y="1891644"/>
            <a:ext cx="9986804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2913655" y="3243369"/>
            <a:ext cx="9986804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cxnSp>
        <p:nvCxnSpPr>
          <p:cNvPr id="14" name="Straight Connector 13"/>
          <p:cNvCxnSpPr/>
          <p:nvPr userDrawn="1"/>
        </p:nvCxnSpPr>
        <p:spPr>
          <a:xfrm flipH="1">
            <a:off x="16018432" y="297176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12913669" y="4051880"/>
            <a:ext cx="9987159" cy="8494752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103841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, tempus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vit</a:t>
            </a:r>
            <a:r>
              <a:rPr lang="en-US" dirty="0"/>
              <a:t> dui.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Clue </a:t>
            </a:r>
            <a:r>
              <a:rPr lang="en-US" dirty="0" err="1"/>
              <a:t>zel</a:t>
            </a:r>
            <a:r>
              <a:rPr lang="en-US" dirty="0"/>
              <a:t> </a:t>
            </a:r>
            <a:r>
              <a:rPr lang="en-US" dirty="0" err="1"/>
              <a:t>aurpis</a:t>
            </a:r>
            <a:r>
              <a:rPr lang="en-US" dirty="0"/>
              <a:t> </a:t>
            </a:r>
            <a:r>
              <a:rPr lang="en-US" dirty="0" err="1"/>
              <a:t>cendrerit</a:t>
            </a:r>
            <a:r>
              <a:rPr lang="en-US" dirty="0"/>
              <a:t> </a:t>
            </a:r>
            <a:r>
              <a:rPr lang="en-US" dirty="0" err="1"/>
              <a:t>oretium</a:t>
            </a:r>
            <a:r>
              <a:rPr lang="en-US" dirty="0"/>
              <a:t> </a:t>
            </a:r>
            <a:r>
              <a:rPr lang="en-US" dirty="0" err="1"/>
              <a:t>misi</a:t>
            </a:r>
            <a:r>
              <a:rPr lang="en-US" dirty="0"/>
              <a:t> id,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, tempus </a:t>
            </a:r>
            <a:r>
              <a:rPr lang="en-US" dirty="0" err="1"/>
              <a:t>dapibus</a:t>
            </a:r>
            <a:r>
              <a:rPr lang="en-US" dirty="0"/>
              <a:t> dui. Clue </a:t>
            </a:r>
            <a:r>
              <a:rPr lang="en-US" dirty="0" err="1"/>
              <a:t>zel</a:t>
            </a:r>
            <a:r>
              <a:rPr lang="en-US" dirty="0"/>
              <a:t> </a:t>
            </a:r>
            <a:r>
              <a:rPr lang="en-US" dirty="0" err="1"/>
              <a:t>aurpis</a:t>
            </a:r>
            <a:r>
              <a:rPr lang="en-US" dirty="0"/>
              <a:t> </a:t>
            </a:r>
            <a:r>
              <a:rPr lang="en-US" dirty="0" err="1"/>
              <a:t>cendrerit</a:t>
            </a:r>
            <a:r>
              <a:rPr lang="en-US" dirty="0"/>
              <a:t> </a:t>
            </a:r>
            <a:r>
              <a:rPr lang="en-US" dirty="0" err="1"/>
              <a:t>oretium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</a:t>
            </a:r>
            <a:r>
              <a:rPr lang="en-US" dirty="0" err="1"/>
              <a:t>cursus</a:t>
            </a:r>
            <a:r>
              <a:rPr lang="en-US" dirty="0"/>
              <a:t> non </a:t>
            </a:r>
            <a:r>
              <a:rPr lang="en-US" dirty="0" err="1"/>
              <a:t>elit</a:t>
            </a:r>
            <a:r>
              <a:rPr lang="en-US" dirty="0"/>
              <a:t> id,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nisi. </a:t>
            </a:r>
            <a:r>
              <a:rPr lang="en-US" dirty="0" err="1"/>
              <a:t>Nullam</a:t>
            </a:r>
            <a:r>
              <a:rPr lang="en-US" dirty="0"/>
              <a:t> a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. In </a:t>
            </a:r>
            <a:r>
              <a:rPr lang="en-US" dirty="0" err="1"/>
              <a:t>vulputate</a:t>
            </a:r>
            <a:r>
              <a:rPr lang="en-US" dirty="0"/>
              <a:t>, </a:t>
            </a:r>
            <a:r>
              <a:rPr lang="en-US" dirty="0" err="1"/>
              <a:t>leo</a:t>
            </a:r>
            <a:r>
              <a:rPr lang="en-US" dirty="0"/>
              <a:t> ac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tincidun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marL="0" marR="0" lvl="0" indent="0" algn="l" defTabSz="103841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, tempus </a:t>
            </a:r>
            <a:r>
              <a:rPr lang="en-US" dirty="0" err="1"/>
              <a:t>dapibus</a:t>
            </a:r>
            <a:r>
              <a:rPr lang="en-US" dirty="0"/>
              <a:t> dui. Clue </a:t>
            </a:r>
            <a:r>
              <a:rPr lang="en-US" dirty="0" err="1"/>
              <a:t>zel</a:t>
            </a:r>
            <a:r>
              <a:rPr lang="en-US" dirty="0"/>
              <a:t> </a:t>
            </a:r>
            <a:r>
              <a:rPr lang="en-US" dirty="0" err="1"/>
              <a:t>aurpis</a:t>
            </a:r>
            <a:r>
              <a:rPr lang="en-US" dirty="0"/>
              <a:t> </a:t>
            </a:r>
            <a:r>
              <a:rPr lang="en-US" dirty="0" err="1"/>
              <a:t>cendrerit</a:t>
            </a:r>
            <a:r>
              <a:rPr lang="en-US" dirty="0"/>
              <a:t> </a:t>
            </a:r>
            <a:r>
              <a:rPr lang="en-US" dirty="0" err="1"/>
              <a:t>oretium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</a:t>
            </a:r>
            <a:r>
              <a:rPr lang="en-US" dirty="0" err="1"/>
              <a:t>cursus</a:t>
            </a:r>
            <a:r>
              <a:rPr lang="en-US" dirty="0"/>
              <a:t> non </a:t>
            </a:r>
            <a:r>
              <a:rPr lang="en-US" dirty="0" err="1"/>
              <a:t>elit</a:t>
            </a:r>
            <a:r>
              <a:rPr lang="en-US" dirty="0"/>
              <a:t> id,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nisi. </a:t>
            </a:r>
            <a:r>
              <a:rPr lang="en-US" dirty="0" err="1"/>
              <a:t>Nullam</a:t>
            </a:r>
            <a:r>
              <a:rPr lang="en-US" dirty="0"/>
              <a:t> a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. In </a:t>
            </a:r>
            <a:r>
              <a:rPr lang="en-US" dirty="0" err="1"/>
              <a:t>vulputate</a:t>
            </a:r>
            <a:r>
              <a:rPr lang="en-US" dirty="0"/>
              <a:t>, </a:t>
            </a:r>
            <a:r>
              <a:rPr lang="en-US" dirty="0" err="1"/>
              <a:t>leo</a:t>
            </a:r>
            <a:r>
              <a:rPr lang="en-US" dirty="0"/>
              <a:t> ac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tiniam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</a:t>
            </a:r>
            <a:r>
              <a:rPr lang="en-US" dirty="0" err="1"/>
              <a:t>cursus</a:t>
            </a:r>
            <a:r>
              <a:rPr lang="en-US" dirty="0"/>
              <a:t> non </a:t>
            </a:r>
            <a:r>
              <a:rPr lang="en-US" dirty="0" err="1"/>
              <a:t>elit</a:t>
            </a:r>
            <a:r>
              <a:rPr lang="en-US" dirty="0"/>
              <a:t> id,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cidun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, tempus </a:t>
            </a:r>
            <a:r>
              <a:rPr lang="en-US" dirty="0" err="1"/>
              <a:t>dapibus</a:t>
            </a:r>
            <a:r>
              <a:rPr lang="en-US" dirty="0"/>
              <a:t> dui. Clue </a:t>
            </a:r>
            <a:r>
              <a:rPr lang="en-US" dirty="0" err="1"/>
              <a:t>zel</a:t>
            </a:r>
            <a:r>
              <a:rPr lang="en-US" dirty="0"/>
              <a:t> </a:t>
            </a:r>
            <a:r>
              <a:rPr lang="en-US" dirty="0" err="1"/>
              <a:t>aurpis</a:t>
            </a:r>
            <a:r>
              <a:rPr lang="en-US" dirty="0"/>
              <a:t> </a:t>
            </a:r>
            <a:r>
              <a:rPr lang="en-US" dirty="0" err="1"/>
              <a:t>cendrerit</a:t>
            </a:r>
            <a:r>
              <a:rPr lang="en-US" dirty="0"/>
              <a:t> </a:t>
            </a:r>
            <a:r>
              <a:rPr lang="en-US" dirty="0" err="1"/>
              <a:t>oretium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</a:t>
            </a:r>
            <a:r>
              <a:rPr lang="en-US" dirty="0" err="1"/>
              <a:t>cursus</a:t>
            </a:r>
            <a:r>
              <a:rPr lang="en-US" dirty="0"/>
              <a:t> non </a:t>
            </a:r>
            <a:r>
              <a:rPr lang="en-US" dirty="0" err="1"/>
              <a:t>elit</a:t>
            </a:r>
            <a:r>
              <a:rPr lang="en-US" dirty="0"/>
              <a:t> id,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nisi. </a:t>
            </a:r>
            <a:r>
              <a:rPr lang="en-US" dirty="0" err="1"/>
              <a:t>Nullam</a:t>
            </a:r>
            <a:r>
              <a:rPr lang="en-US" dirty="0"/>
              <a:t> a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. In </a:t>
            </a:r>
            <a:r>
              <a:rPr lang="en-US" dirty="0" err="1"/>
              <a:t>vulputate</a:t>
            </a:r>
            <a:r>
              <a:rPr lang="en-US" dirty="0"/>
              <a:t>, </a:t>
            </a:r>
            <a:r>
              <a:rPr lang="en-US" dirty="0" err="1"/>
              <a:t>leo</a:t>
            </a:r>
            <a:r>
              <a:rPr lang="en-US" dirty="0"/>
              <a:t> ac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tincidun</a:t>
            </a:r>
            <a:r>
              <a:rPr lang="en-US" dirty="0"/>
              <a:t>.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7" y="10748254"/>
            <a:ext cx="10517553" cy="1798380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, tempus </a:t>
            </a:r>
            <a:r>
              <a:rPr lang="en-US" dirty="0" err="1"/>
              <a:t>dapibus</a:t>
            </a:r>
            <a:r>
              <a:rPr lang="en-US" dirty="0"/>
              <a:t> dui. Clue </a:t>
            </a:r>
            <a:r>
              <a:rPr lang="en-US" dirty="0" err="1"/>
              <a:t>zel</a:t>
            </a:r>
            <a:r>
              <a:rPr lang="en-US" dirty="0"/>
              <a:t> </a:t>
            </a:r>
            <a:r>
              <a:rPr lang="en-US" dirty="0" err="1"/>
              <a:t>aurpis</a:t>
            </a:r>
            <a:r>
              <a:rPr lang="en-US" dirty="0"/>
              <a:t> </a:t>
            </a:r>
            <a:r>
              <a:rPr lang="en-US" dirty="0" err="1"/>
              <a:t>cendrerit</a:t>
            </a:r>
            <a:r>
              <a:rPr lang="en-US" dirty="0"/>
              <a:t> </a:t>
            </a:r>
            <a:r>
              <a:rPr lang="en-US" dirty="0" err="1"/>
              <a:t>oretium</a:t>
            </a:r>
            <a:r>
              <a:rPr lang="en-US" dirty="0"/>
              <a:t> </a:t>
            </a:r>
            <a:r>
              <a:rPr lang="en-US" dirty="0" err="1"/>
              <a:t>misi</a:t>
            </a:r>
            <a:r>
              <a:rPr lang="en-US" dirty="0"/>
              <a:t> id.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1531574" y="10028175"/>
            <a:ext cx="10517553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16791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Iconic</a:t>
            </a:r>
            <a:r>
              <a:rPr lang="es-ES_tradnl" dirty="0"/>
              <a:t> </a:t>
            </a:r>
            <a:r>
              <a:rPr lang="es-ES_tradnl" dirty="0" err="1"/>
              <a:t>list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6" name="Rounded Rectangle 25"/>
          <p:cNvSpPr/>
          <p:nvPr userDrawn="1"/>
        </p:nvSpPr>
        <p:spPr>
          <a:xfrm>
            <a:off x="1559484" y="4087132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663799" y="4300918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270650" y="3996263"/>
            <a:ext cx="828000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270650" y="4726082"/>
            <a:ext cx="8280001" cy="16665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30" name="Rounded Rectangle 29"/>
          <p:cNvSpPr/>
          <p:nvPr userDrawn="1"/>
        </p:nvSpPr>
        <p:spPr>
          <a:xfrm>
            <a:off x="12697644" y="4087132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2801959" y="4300918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4408809" y="3996263"/>
            <a:ext cx="828000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14408809" y="4726082"/>
            <a:ext cx="8280001" cy="16665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34" name="Rounded Rectangle 33"/>
          <p:cNvSpPr/>
          <p:nvPr userDrawn="1"/>
        </p:nvSpPr>
        <p:spPr>
          <a:xfrm>
            <a:off x="1559484" y="7067398"/>
            <a:ext cx="1440190" cy="14400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1663799" y="7281184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3270650" y="6976531"/>
            <a:ext cx="828000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3270650" y="7706350"/>
            <a:ext cx="8280001" cy="16665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38" name="Rounded Rectangle 37"/>
          <p:cNvSpPr/>
          <p:nvPr userDrawn="1"/>
        </p:nvSpPr>
        <p:spPr>
          <a:xfrm>
            <a:off x="12697644" y="7067398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12801959" y="7281184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14408809" y="6976531"/>
            <a:ext cx="828000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14408809" y="7706350"/>
            <a:ext cx="8280001" cy="16665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42" name="Rounded Rectangle 41"/>
          <p:cNvSpPr/>
          <p:nvPr userDrawn="1"/>
        </p:nvSpPr>
        <p:spPr>
          <a:xfrm>
            <a:off x="1536906" y="10025086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1641218" y="10238872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3248071" y="9934221"/>
            <a:ext cx="828000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5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248071" y="10664038"/>
            <a:ext cx="8280001" cy="16665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46" name="Rounded Rectangle 45"/>
          <p:cNvSpPr/>
          <p:nvPr userDrawn="1"/>
        </p:nvSpPr>
        <p:spPr>
          <a:xfrm>
            <a:off x="12697644" y="10025086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12801959" y="10238872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14408809" y="9934221"/>
            <a:ext cx="828000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9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14408809" y="10664038"/>
            <a:ext cx="8280001" cy="1666572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74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ic list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10"/>
          <p:cNvSpPr>
            <a:spLocks noGrp="1"/>
          </p:cNvSpPr>
          <p:nvPr>
            <p:ph type="pic" sz="quarter" idx="36"/>
          </p:nvPr>
        </p:nvSpPr>
        <p:spPr>
          <a:xfrm>
            <a:off x="7945115" y="3996264"/>
            <a:ext cx="8568952" cy="8195690"/>
          </a:xfrm>
          <a:custGeom>
            <a:avLst/>
            <a:gdLst/>
            <a:ahLst/>
            <a:cxnLst/>
            <a:rect l="l" t="t" r="r" b="b"/>
            <a:pathLst>
              <a:path w="8568952" h="8195690">
                <a:moveTo>
                  <a:pt x="0" y="0"/>
                </a:moveTo>
                <a:lnTo>
                  <a:pt x="8568952" y="0"/>
                </a:lnTo>
                <a:lnTo>
                  <a:pt x="8568952" y="252209"/>
                </a:lnTo>
                <a:cubicBezTo>
                  <a:pt x="8071840" y="252209"/>
                  <a:pt x="7668852" y="655197"/>
                  <a:pt x="7668852" y="1152309"/>
                </a:cubicBezTo>
                <a:cubicBezTo>
                  <a:pt x="7668852" y="1649421"/>
                  <a:pt x="8071840" y="2052409"/>
                  <a:pt x="8568952" y="2052409"/>
                </a:cubicBezTo>
                <a:lnTo>
                  <a:pt x="8568952" y="3276545"/>
                </a:lnTo>
                <a:cubicBezTo>
                  <a:pt x="8071840" y="3276545"/>
                  <a:pt x="7668852" y="3679533"/>
                  <a:pt x="7668852" y="4176645"/>
                </a:cubicBezTo>
                <a:cubicBezTo>
                  <a:pt x="7668852" y="4673757"/>
                  <a:pt x="8071840" y="5076745"/>
                  <a:pt x="8568952" y="5076745"/>
                </a:cubicBezTo>
                <a:lnTo>
                  <a:pt x="8568952" y="6156865"/>
                </a:lnTo>
                <a:cubicBezTo>
                  <a:pt x="8071840" y="6156865"/>
                  <a:pt x="7668852" y="6559853"/>
                  <a:pt x="7668852" y="7056965"/>
                </a:cubicBezTo>
                <a:cubicBezTo>
                  <a:pt x="7668852" y="7554077"/>
                  <a:pt x="8071840" y="7957065"/>
                  <a:pt x="8568952" y="7957065"/>
                </a:cubicBezTo>
                <a:lnTo>
                  <a:pt x="8568952" y="8195690"/>
                </a:lnTo>
                <a:lnTo>
                  <a:pt x="0" y="8195690"/>
                </a:lnTo>
                <a:lnTo>
                  <a:pt x="0" y="7955247"/>
                </a:lnTo>
                <a:lnTo>
                  <a:pt x="36004" y="7957065"/>
                </a:lnTo>
                <a:cubicBezTo>
                  <a:pt x="533116" y="7957065"/>
                  <a:pt x="936104" y="7554077"/>
                  <a:pt x="936104" y="7056965"/>
                </a:cubicBezTo>
                <a:cubicBezTo>
                  <a:pt x="936104" y="6559853"/>
                  <a:pt x="533116" y="6156865"/>
                  <a:pt x="36004" y="6156865"/>
                </a:cubicBezTo>
                <a:lnTo>
                  <a:pt x="0" y="6158683"/>
                </a:lnTo>
                <a:lnTo>
                  <a:pt x="0" y="5074927"/>
                </a:lnTo>
                <a:lnTo>
                  <a:pt x="36004" y="5076745"/>
                </a:lnTo>
                <a:cubicBezTo>
                  <a:pt x="533116" y="5076745"/>
                  <a:pt x="936104" y="4673757"/>
                  <a:pt x="936104" y="4176645"/>
                </a:cubicBezTo>
                <a:cubicBezTo>
                  <a:pt x="936104" y="3679533"/>
                  <a:pt x="533116" y="3276545"/>
                  <a:pt x="36004" y="3276545"/>
                </a:cubicBezTo>
                <a:lnTo>
                  <a:pt x="0" y="3278363"/>
                </a:lnTo>
                <a:lnTo>
                  <a:pt x="0" y="2050591"/>
                </a:lnTo>
                <a:lnTo>
                  <a:pt x="36004" y="2052409"/>
                </a:lnTo>
                <a:cubicBezTo>
                  <a:pt x="533116" y="2052409"/>
                  <a:pt x="936104" y="1649421"/>
                  <a:pt x="936104" y="1152309"/>
                </a:cubicBezTo>
                <a:cubicBezTo>
                  <a:pt x="936104" y="655197"/>
                  <a:pt x="533116" y="252209"/>
                  <a:pt x="36004" y="252209"/>
                </a:cubicBezTo>
                <a:lnTo>
                  <a:pt x="0" y="254027"/>
                </a:lnTo>
                <a:close/>
              </a:path>
            </a:pathLst>
          </a:custGeom>
        </p:spPr>
        <p:txBody>
          <a:bodyPr vert="horz" lIns="91406" tIns="45700" rIns="91406" bIns="45700" anchor="ctr"/>
          <a:lstStyle>
            <a:lvl1pPr marL="0" indent="0" algn="ctr">
              <a:buNone/>
              <a:defRPr sz="24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 userDrawn="1"/>
        </p:nvSpPr>
        <p:spPr>
          <a:xfrm>
            <a:off x="7247616" y="4429932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7351929" y="4643718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1554151" y="3996263"/>
            <a:ext cx="5400000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54151" y="4726082"/>
            <a:ext cx="5400000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</a:p>
        </p:txBody>
      </p:sp>
      <p:sp>
        <p:nvSpPr>
          <p:cNvPr id="30" name="Rounded Rectangle 29"/>
          <p:cNvSpPr/>
          <p:nvPr userDrawn="1"/>
        </p:nvSpPr>
        <p:spPr>
          <a:xfrm>
            <a:off x="15789297" y="4429932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5893612" y="4643718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7500462" y="3996263"/>
            <a:ext cx="5400000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17500462" y="4726082"/>
            <a:ext cx="5400000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</a:p>
        </p:txBody>
      </p:sp>
      <p:sp>
        <p:nvSpPr>
          <p:cNvPr id="34" name="Rounded Rectangle 33"/>
          <p:cNvSpPr/>
          <p:nvPr userDrawn="1"/>
        </p:nvSpPr>
        <p:spPr>
          <a:xfrm>
            <a:off x="7247616" y="7410198"/>
            <a:ext cx="1440190" cy="14400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7351929" y="7623984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1554151" y="6976531"/>
            <a:ext cx="5400000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1554151" y="7706350"/>
            <a:ext cx="5400000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</a:p>
        </p:txBody>
      </p:sp>
      <p:sp>
        <p:nvSpPr>
          <p:cNvPr id="38" name="Rounded Rectangle 37"/>
          <p:cNvSpPr/>
          <p:nvPr userDrawn="1"/>
        </p:nvSpPr>
        <p:spPr>
          <a:xfrm>
            <a:off x="15789297" y="7410198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15893612" y="7623984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17500462" y="6976531"/>
            <a:ext cx="5400000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17500462" y="7706350"/>
            <a:ext cx="5400000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</a:p>
        </p:txBody>
      </p:sp>
      <p:sp>
        <p:nvSpPr>
          <p:cNvPr id="42" name="Rounded Rectangle 41"/>
          <p:cNvSpPr/>
          <p:nvPr userDrawn="1"/>
        </p:nvSpPr>
        <p:spPr>
          <a:xfrm>
            <a:off x="7237049" y="10304322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7341364" y="10518108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1531573" y="9934221"/>
            <a:ext cx="5400000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45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1531573" y="10664038"/>
            <a:ext cx="5400000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</a:p>
        </p:txBody>
      </p:sp>
      <p:sp>
        <p:nvSpPr>
          <p:cNvPr id="46" name="Rounded Rectangle 45"/>
          <p:cNvSpPr/>
          <p:nvPr userDrawn="1"/>
        </p:nvSpPr>
        <p:spPr>
          <a:xfrm>
            <a:off x="15789297" y="10367886"/>
            <a:ext cx="1440190" cy="144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15893612" y="10581672"/>
            <a:ext cx="1222967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17500462" y="9934221"/>
            <a:ext cx="5400000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49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17500462" y="10664038"/>
            <a:ext cx="5400000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</a:p>
        </p:txBody>
      </p:sp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Iconic</a:t>
            </a:r>
            <a:r>
              <a:rPr lang="es-ES_tradnl" dirty="0"/>
              <a:t>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images</a:t>
            </a:r>
            <a:endParaRPr lang="es-ES_tradnl" dirty="0"/>
          </a:p>
        </p:txBody>
      </p: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14664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Numeric</a:t>
            </a:r>
            <a:r>
              <a:rPr lang="es-ES_tradnl" dirty="0"/>
              <a:t> </a:t>
            </a:r>
            <a:r>
              <a:rPr lang="es-ES_tradnl" dirty="0" err="1"/>
              <a:t>list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8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554156" y="4029974"/>
            <a:ext cx="1222967" cy="1138544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2410783" y="4029974"/>
            <a:ext cx="1222967" cy="1138544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02</a:t>
            </a:r>
          </a:p>
        </p:txBody>
      </p:sp>
      <p:sp>
        <p:nvSpPr>
          <p:cNvPr id="74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1554156" y="7010240"/>
            <a:ext cx="1222967" cy="1138544"/>
          </a:xfrm>
          <a:prstGeom prst="rect">
            <a:avLst/>
          </a:prstGeom>
          <a:solidFill>
            <a:srgbClr val="00B050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03</a:t>
            </a:r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12410783" y="7010240"/>
            <a:ext cx="1222967" cy="1138544"/>
          </a:xfrm>
          <a:prstGeom prst="rect">
            <a:avLst/>
          </a:prstGeom>
          <a:solidFill>
            <a:schemeClr val="accent4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04</a:t>
            </a:r>
          </a:p>
        </p:txBody>
      </p:sp>
      <p:sp>
        <p:nvSpPr>
          <p:cNvPr id="80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1531574" y="9967928"/>
            <a:ext cx="1222967" cy="1138544"/>
          </a:xfrm>
          <a:prstGeom prst="rect">
            <a:avLst/>
          </a:prstGeom>
          <a:solidFill>
            <a:schemeClr val="accent5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05</a:t>
            </a:r>
          </a:p>
        </p:txBody>
      </p:sp>
      <p:sp>
        <p:nvSpPr>
          <p:cNvPr id="83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12410783" y="9967928"/>
            <a:ext cx="1222967" cy="1138544"/>
          </a:xfrm>
          <a:prstGeom prst="rect">
            <a:avLst/>
          </a:prstGeom>
          <a:solidFill>
            <a:schemeClr val="accent6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06</a:t>
            </a:r>
          </a:p>
        </p:txBody>
      </p:sp>
      <p:sp>
        <p:nvSpPr>
          <p:cNvPr id="86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121500" y="3996263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8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121500" y="4726082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8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3993787" y="3996263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89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13993787" y="4726082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90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3121500" y="6976531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91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3121500" y="7706350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92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13993787" y="6976531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93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13993787" y="7706350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94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3098921" y="9934221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95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098921" y="10664038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96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13993787" y="9934221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13993787" y="10664038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188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Numeric</a:t>
            </a:r>
            <a:r>
              <a:rPr lang="es-ES_tradnl" dirty="0"/>
              <a:t> </a:t>
            </a:r>
            <a:r>
              <a:rPr lang="es-ES_tradnl" dirty="0" err="1"/>
              <a:t>list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8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27790" y="4029974"/>
            <a:ext cx="1222967" cy="2224024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01</a:t>
            </a:r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2410783" y="4029974"/>
            <a:ext cx="1222967" cy="2224024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02</a:t>
            </a:r>
          </a:p>
        </p:txBody>
      </p:sp>
      <p:sp>
        <p:nvSpPr>
          <p:cNvPr id="74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10827790" y="7010240"/>
            <a:ext cx="1222967" cy="2224024"/>
          </a:xfrm>
          <a:prstGeom prst="rect">
            <a:avLst/>
          </a:prstGeom>
          <a:solidFill>
            <a:srgbClr val="00B050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03</a:t>
            </a:r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12410783" y="7010240"/>
            <a:ext cx="1222967" cy="2224024"/>
          </a:xfrm>
          <a:prstGeom prst="rect">
            <a:avLst/>
          </a:prstGeom>
          <a:solidFill>
            <a:schemeClr val="accent4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04</a:t>
            </a:r>
          </a:p>
        </p:txBody>
      </p:sp>
      <p:sp>
        <p:nvSpPr>
          <p:cNvPr id="80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10805208" y="9967928"/>
            <a:ext cx="1222967" cy="2224024"/>
          </a:xfrm>
          <a:prstGeom prst="rect">
            <a:avLst/>
          </a:prstGeom>
          <a:solidFill>
            <a:schemeClr val="accent5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05</a:t>
            </a:r>
          </a:p>
        </p:txBody>
      </p:sp>
      <p:sp>
        <p:nvSpPr>
          <p:cNvPr id="83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12410783" y="9967928"/>
            <a:ext cx="1222967" cy="2224024"/>
          </a:xfrm>
          <a:prstGeom prst="rect">
            <a:avLst/>
          </a:prstGeom>
          <a:solidFill>
            <a:schemeClr val="accent6"/>
          </a:solidFill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06</a:t>
            </a:r>
          </a:p>
        </p:txBody>
      </p:sp>
      <p:sp>
        <p:nvSpPr>
          <p:cNvPr id="86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1531573" y="3996263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3" y="4726082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8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3993787" y="3996263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9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13993787" y="4726082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90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1531573" y="6976531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1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1531573" y="7706350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92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13993787" y="6976531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3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13993787" y="7706350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94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1508994" y="9934221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5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1508994" y="10664038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96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13993787" y="9934221"/>
            <a:ext cx="8906674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97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13993787" y="10664038"/>
            <a:ext cx="8906674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683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512797" y="3545633"/>
            <a:ext cx="9272215" cy="29190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r"/>
            <a:endParaRPr lang="en-US" dirty="0"/>
          </a:p>
        </p:txBody>
      </p:sp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Numeric</a:t>
            </a:r>
            <a:r>
              <a:rPr lang="es-ES_tradnl" dirty="0"/>
              <a:t> </a:t>
            </a:r>
            <a:r>
              <a:rPr lang="es-ES_tradnl" dirty="0" err="1"/>
              <a:t>list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10883925" y="3545633"/>
            <a:ext cx="1222967" cy="2919030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/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A</a:t>
            </a:r>
          </a:p>
        </p:txBody>
      </p:sp>
      <p:sp>
        <p:nvSpPr>
          <p:cNvPr id="8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887198" y="3905673"/>
            <a:ext cx="8630745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89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1887198" y="4635492"/>
            <a:ext cx="8630745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29" name="Rectangle 28"/>
          <p:cNvSpPr/>
          <p:nvPr userDrawn="1"/>
        </p:nvSpPr>
        <p:spPr>
          <a:xfrm>
            <a:off x="13647665" y="3545633"/>
            <a:ext cx="9272215" cy="291903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36" hasCustomPrompt="1"/>
          </p:nvPr>
        </p:nvSpPr>
        <p:spPr>
          <a:xfrm>
            <a:off x="12337605" y="3545633"/>
            <a:ext cx="1222967" cy="2919030"/>
          </a:xfrm>
          <a:prstGeom prst="rect">
            <a:avLst/>
          </a:prstGeom>
          <a:solidFill>
            <a:schemeClr val="accent2">
              <a:lumMod val="75000"/>
            </a:schemeClr>
          </a:solidFill>
          <a:effectLst/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B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39" hasCustomPrompt="1"/>
          </p:nvPr>
        </p:nvSpPr>
        <p:spPr>
          <a:xfrm>
            <a:off x="14022066" y="3905673"/>
            <a:ext cx="8630745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14022066" y="4635492"/>
            <a:ext cx="8630745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1512797" y="6669915"/>
            <a:ext cx="9272215" cy="291903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r"/>
            <a:endParaRPr lang="en-US" dirty="0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7"/>
          </p:nvPr>
        </p:nvSpPr>
        <p:spPr>
          <a:xfrm>
            <a:off x="10883925" y="6669915"/>
            <a:ext cx="1222967" cy="2919030"/>
          </a:xfrm>
          <a:prstGeom prst="rect">
            <a:avLst/>
          </a:prstGeom>
          <a:solidFill>
            <a:srgbClr val="00B050">
              <a:alpha val="47000"/>
            </a:srgbClr>
          </a:solidFill>
          <a:effectLst/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C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1887198" y="7002017"/>
            <a:ext cx="8630745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1887198" y="7731834"/>
            <a:ext cx="8630745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37" name="Rectangle 36"/>
          <p:cNvSpPr/>
          <p:nvPr userDrawn="1"/>
        </p:nvSpPr>
        <p:spPr>
          <a:xfrm>
            <a:off x="13647665" y="6669915"/>
            <a:ext cx="9272215" cy="291903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50" name="Text Placeholder 7"/>
          <p:cNvSpPr>
            <a:spLocks noGrp="1"/>
          </p:cNvSpPr>
          <p:nvPr>
            <p:ph type="body" sz="quarter" idx="37" hasCustomPrompt="1"/>
          </p:nvPr>
        </p:nvSpPr>
        <p:spPr>
          <a:xfrm>
            <a:off x="12337605" y="6669915"/>
            <a:ext cx="1222967" cy="2919030"/>
          </a:xfrm>
          <a:prstGeom prst="rect">
            <a:avLst/>
          </a:prstGeom>
          <a:solidFill>
            <a:schemeClr val="accent4">
              <a:lumMod val="75000"/>
            </a:schemeClr>
          </a:solidFill>
          <a:effectLst/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D</a:t>
            </a:r>
          </a:p>
        </p:txBody>
      </p:sp>
      <p:sp>
        <p:nvSpPr>
          <p:cNvPr id="51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14022066" y="7002017"/>
            <a:ext cx="8630745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52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14022066" y="7731834"/>
            <a:ext cx="8630745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512797" y="9771619"/>
            <a:ext cx="9272215" cy="291903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r"/>
            <a:endParaRPr lang="en-US" dirty="0"/>
          </a:p>
        </p:txBody>
      </p:sp>
      <p:sp>
        <p:nvSpPr>
          <p:cNvPr id="54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10883925" y="9771619"/>
            <a:ext cx="1222967" cy="2919030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/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E</a:t>
            </a:r>
          </a:p>
        </p:txBody>
      </p:sp>
      <p:sp>
        <p:nvSpPr>
          <p:cNvPr id="55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1887198" y="10144885"/>
            <a:ext cx="8630745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56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1887198" y="10874702"/>
            <a:ext cx="8630745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  <p:sp>
        <p:nvSpPr>
          <p:cNvPr id="57" name="Rectangle 56"/>
          <p:cNvSpPr/>
          <p:nvPr userDrawn="1"/>
        </p:nvSpPr>
        <p:spPr>
          <a:xfrm>
            <a:off x="13647665" y="9771619"/>
            <a:ext cx="9272215" cy="291903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58" name="Text Placeholder 7"/>
          <p:cNvSpPr>
            <a:spLocks noGrp="1"/>
          </p:cNvSpPr>
          <p:nvPr>
            <p:ph type="body" sz="quarter" idx="38" hasCustomPrompt="1"/>
          </p:nvPr>
        </p:nvSpPr>
        <p:spPr>
          <a:xfrm>
            <a:off x="12337605" y="9771619"/>
            <a:ext cx="1222967" cy="2919030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/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400" b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/>
              <a:t>F</a:t>
            </a:r>
          </a:p>
        </p:txBody>
      </p:sp>
      <p:sp>
        <p:nvSpPr>
          <p:cNvPr id="59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14022066" y="10144885"/>
            <a:ext cx="8630745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60" name="Text Placeholder 2"/>
          <p:cNvSpPr>
            <a:spLocks noGrp="1"/>
          </p:cNvSpPr>
          <p:nvPr>
            <p:ph type="body" sz="quarter" idx="44" hasCustomPrompt="1"/>
          </p:nvPr>
        </p:nvSpPr>
        <p:spPr>
          <a:xfrm>
            <a:off x="14022066" y="10874702"/>
            <a:ext cx="8630745" cy="152791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, non </a:t>
            </a:r>
            <a:r>
              <a:rPr lang="en-US" dirty="0" err="1"/>
              <a:t>iaculis</a:t>
            </a:r>
            <a:r>
              <a:rPr lang="en-US" dirty="0"/>
              <a:t> nisi </a:t>
            </a:r>
            <a:r>
              <a:rPr lang="en-US" dirty="0" err="1"/>
              <a:t>vulputat</a:t>
            </a:r>
            <a:r>
              <a:rPr lang="en-US" dirty="0"/>
              <a:t> </a:t>
            </a:r>
            <a:r>
              <a:rPr lang="en-US" dirty="0" err="1"/>
              <a:t>cibus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zcm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nullae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028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elem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4" y="11322496"/>
            <a:ext cx="21380440" cy="1800200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1531573" y="10674425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8" name="Shape 782"/>
          <p:cNvSpPr/>
          <p:nvPr userDrawn="1"/>
        </p:nvSpPr>
        <p:spPr>
          <a:xfrm>
            <a:off x="1536915" y="3302693"/>
            <a:ext cx="3811488" cy="7074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2463985" y="4517797"/>
            <a:ext cx="2146493" cy="1102534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1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731530" y="5729337"/>
            <a:ext cx="3446683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1731530" y="6516886"/>
            <a:ext cx="3446683" cy="139343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Donec vel nisl nec risus vulputate placerat in at ligula magna nec lacus porttitor hendrerit. </a:t>
            </a:r>
          </a:p>
        </p:txBody>
      </p:sp>
      <p:sp>
        <p:nvSpPr>
          <p:cNvPr id="44" name="Shape 782"/>
          <p:cNvSpPr/>
          <p:nvPr userDrawn="1"/>
        </p:nvSpPr>
        <p:spPr>
          <a:xfrm>
            <a:off x="5983635" y="3302693"/>
            <a:ext cx="3811488" cy="7074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891452" y="4517797"/>
            <a:ext cx="2146493" cy="1102534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1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9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158999" y="5729337"/>
            <a:ext cx="3446683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50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6158999" y="6516886"/>
            <a:ext cx="3446683" cy="139343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Donec vel nisl nec risus vulputate placerat in at ligula magna nec lacus porttitor hendrerit. </a:t>
            </a:r>
          </a:p>
        </p:txBody>
      </p:sp>
      <p:sp>
        <p:nvSpPr>
          <p:cNvPr id="60" name="Shape 782"/>
          <p:cNvSpPr/>
          <p:nvPr userDrawn="1"/>
        </p:nvSpPr>
        <p:spPr>
          <a:xfrm>
            <a:off x="10411102" y="3302693"/>
            <a:ext cx="3811488" cy="7074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rgbClr val="00B050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3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11338172" y="4517797"/>
            <a:ext cx="2146493" cy="1102534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1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4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10605717" y="5729337"/>
            <a:ext cx="3446683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65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10605717" y="6516886"/>
            <a:ext cx="3446683" cy="139343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Donec vel nisl nec risus vulputate placerat in at ligula magna nec lacus porttitor hendrerit. </a:t>
            </a:r>
          </a:p>
        </p:txBody>
      </p:sp>
      <p:sp>
        <p:nvSpPr>
          <p:cNvPr id="80" name="Shape 782"/>
          <p:cNvSpPr/>
          <p:nvPr userDrawn="1"/>
        </p:nvSpPr>
        <p:spPr>
          <a:xfrm>
            <a:off x="14819324" y="3302693"/>
            <a:ext cx="3811488" cy="7074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15746391" y="4517797"/>
            <a:ext cx="2146493" cy="1102534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1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83" name="Text Placeholder 7"/>
          <p:cNvSpPr>
            <a:spLocks noGrp="1"/>
          </p:cNvSpPr>
          <p:nvPr>
            <p:ph type="body" sz="quarter" idx="31" hasCustomPrompt="1"/>
          </p:nvPr>
        </p:nvSpPr>
        <p:spPr>
          <a:xfrm>
            <a:off x="15013936" y="5729337"/>
            <a:ext cx="3446683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84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15013936" y="6516886"/>
            <a:ext cx="3446683" cy="139343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Donec vel nisl nec risus vulputate placerat in at ligula magna nec lacus porttitor hendrerit. </a:t>
            </a:r>
          </a:p>
        </p:txBody>
      </p:sp>
      <p:sp>
        <p:nvSpPr>
          <p:cNvPr id="88" name="Shape 782"/>
          <p:cNvSpPr/>
          <p:nvPr userDrawn="1"/>
        </p:nvSpPr>
        <p:spPr>
          <a:xfrm>
            <a:off x="19157350" y="3302693"/>
            <a:ext cx="3811488" cy="7074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0"/>
                </a:moveTo>
                <a:cubicBezTo>
                  <a:pt x="631" y="0"/>
                  <a:pt x="0" y="391"/>
                  <a:pt x="0" y="873"/>
                </a:cubicBezTo>
                <a:lnTo>
                  <a:pt x="0" y="19208"/>
                </a:lnTo>
                <a:cubicBezTo>
                  <a:pt x="0" y="19690"/>
                  <a:pt x="631" y="20081"/>
                  <a:pt x="1408" y="20081"/>
                </a:cubicBezTo>
                <a:lnTo>
                  <a:pt x="9360" y="20081"/>
                </a:lnTo>
                <a:lnTo>
                  <a:pt x="10800" y="21600"/>
                </a:lnTo>
                <a:lnTo>
                  <a:pt x="12240" y="20081"/>
                </a:lnTo>
                <a:lnTo>
                  <a:pt x="20192" y="20081"/>
                </a:lnTo>
                <a:cubicBezTo>
                  <a:pt x="20969" y="20081"/>
                  <a:pt x="21600" y="19690"/>
                  <a:pt x="21600" y="19208"/>
                </a:cubicBezTo>
                <a:lnTo>
                  <a:pt x="21600" y="873"/>
                </a:lnTo>
                <a:cubicBezTo>
                  <a:pt x="21600" y="391"/>
                  <a:pt x="20969" y="0"/>
                  <a:pt x="20192" y="0"/>
                </a:cubicBezTo>
                <a:lnTo>
                  <a:pt x="1408" y="0"/>
                </a:lnTo>
                <a:close/>
              </a:path>
            </a:pathLst>
          </a:custGeom>
          <a:solidFill>
            <a:schemeClr val="accent5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" name="Text Placeholder 7"/>
          <p:cNvSpPr>
            <a:spLocks noGrp="1"/>
          </p:cNvSpPr>
          <p:nvPr>
            <p:ph type="body" sz="quarter" idx="33" hasCustomPrompt="1"/>
          </p:nvPr>
        </p:nvSpPr>
        <p:spPr>
          <a:xfrm>
            <a:off x="20058361" y="4517797"/>
            <a:ext cx="2146493" cy="1102534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1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90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19325908" y="5729337"/>
            <a:ext cx="3446683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SubtitleExample</a:t>
            </a:r>
            <a:endParaRPr lang="es-ES_tradnl" dirty="0"/>
          </a:p>
        </p:txBody>
      </p:sp>
      <p:sp>
        <p:nvSpPr>
          <p:cNvPr id="91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19325908" y="6516886"/>
            <a:ext cx="3446683" cy="1393436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900" baseline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/>
              <a:t>Donec vel nisl nec risus vulputate placerat in at ligula magna nec lacus porttitor hendrerit. </a:t>
            </a:r>
          </a:p>
        </p:txBody>
      </p:sp>
    </p:spTree>
    <p:extLst>
      <p:ext uri="{BB962C8B-B14F-4D97-AF65-F5344CB8AC3E}">
        <p14:creationId xmlns:p14="http://schemas.microsoft.com/office/powerpoint/2010/main" val="1862593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Block </a:t>
            </a:r>
            <a:r>
              <a:rPr lang="es-ES_tradnl" dirty="0" err="1"/>
              <a:t>text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4" y="3401616"/>
            <a:ext cx="21380440" cy="849694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862013" indent="-862013" algn="l">
              <a:lnSpc>
                <a:spcPct val="150000"/>
              </a:lnSpc>
              <a:buFont typeface="Wingdings" panose="05000000000000000000" pitchFamily="2" charset="2"/>
              <a:buChar char="q"/>
              <a:defRPr sz="40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sz="36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>
              <a:defRPr sz="30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>
              <a:defRPr sz="26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</a:lstStyle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56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2 </a:t>
            </a:r>
            <a:r>
              <a:rPr lang="es-ES_tradnl" dirty="0" err="1"/>
              <a:t>Columns</a:t>
            </a:r>
            <a:r>
              <a:rPr lang="es-ES_tradnl" dirty="0"/>
              <a:t> </a:t>
            </a:r>
            <a:r>
              <a:rPr lang="es-ES_tradnl" dirty="0" err="1"/>
              <a:t>text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4" y="3401616"/>
            <a:ext cx="21380440" cy="8496944"/>
          </a:xfrm>
          <a:prstGeom prst="rect">
            <a:avLst/>
          </a:prstGeom>
        </p:spPr>
        <p:txBody>
          <a:bodyPr vert="horz" lIns="243756" tIns="121879" rIns="243756" bIns="121879" numCol="2" spcCol="719873"/>
          <a:lstStyle>
            <a:lvl1pPr marL="0" indent="0" algn="just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nisi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ligula.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a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ex.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maximus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,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in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nunc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id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Nam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lacus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a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ac,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dui.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magna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in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ac.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et </a:t>
            </a:r>
            <a:r>
              <a:rPr lang="en-US" dirty="0" err="1"/>
              <a:t>suscipit</a:t>
            </a:r>
            <a:r>
              <a:rPr lang="en-US" dirty="0"/>
              <a:t> id, </a:t>
            </a:r>
            <a:r>
              <a:rPr lang="en-US" dirty="0" err="1"/>
              <a:t>rutrum</a:t>
            </a:r>
            <a:r>
              <a:rPr lang="en-US" dirty="0"/>
              <a:t> at </a:t>
            </a:r>
            <a:r>
              <a:rPr lang="en-US" dirty="0" err="1"/>
              <a:t>odio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dui, </a:t>
            </a:r>
            <a:r>
              <a:rPr lang="en-US" dirty="0" err="1"/>
              <a:t>vel</a:t>
            </a:r>
            <a:r>
              <a:rPr lang="en-US" dirty="0"/>
              <a:t> tempus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in </a:t>
            </a:r>
            <a:r>
              <a:rPr lang="en-US" dirty="0" err="1"/>
              <a:t>sapien</a:t>
            </a:r>
            <a:r>
              <a:rPr lang="en-US" dirty="0"/>
              <a:t> at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et in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non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lorem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quam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Donec</a:t>
            </a:r>
            <a:r>
              <a:rPr lang="en-US" dirty="0"/>
              <a:t> ligula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,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vitae.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non ante ac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lacus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at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dolor </a:t>
            </a:r>
            <a:r>
              <a:rPr lang="en-US" dirty="0" err="1"/>
              <a:t>sapien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aliquam</a:t>
            </a:r>
            <a:r>
              <a:rPr lang="en-US" dirty="0"/>
              <a:t> magna.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in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ante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vitae </a:t>
            </a:r>
            <a:r>
              <a:rPr lang="en-US" dirty="0" err="1"/>
              <a:t>rutrum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non.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sem.</a:t>
            </a:r>
          </a:p>
        </p:txBody>
      </p:sp>
    </p:spTree>
    <p:extLst>
      <p:ext uri="{BB962C8B-B14F-4D97-AF65-F5344CB8AC3E}">
        <p14:creationId xmlns:p14="http://schemas.microsoft.com/office/powerpoint/2010/main" val="3090540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3 </a:t>
            </a:r>
            <a:r>
              <a:rPr lang="es-ES_tradnl" dirty="0" err="1"/>
              <a:t>Columns</a:t>
            </a:r>
            <a:r>
              <a:rPr lang="es-ES_tradnl" dirty="0"/>
              <a:t> </a:t>
            </a:r>
            <a:r>
              <a:rPr lang="es-ES_tradnl" dirty="0" err="1"/>
              <a:t>text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4" y="3401616"/>
            <a:ext cx="21380440" cy="8496944"/>
          </a:xfrm>
          <a:prstGeom prst="rect">
            <a:avLst/>
          </a:prstGeom>
        </p:spPr>
        <p:txBody>
          <a:bodyPr vert="horz" lIns="243756" tIns="121879" rIns="243756" bIns="121879" numCol="3" spcCol="719873"/>
          <a:lstStyle>
            <a:lvl1pPr marL="0" indent="0" algn="just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Poin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nisi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ligula.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a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ex.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maximus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,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in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nunc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id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Nam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lacus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a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ac,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dui.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magna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in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ac.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et </a:t>
            </a:r>
            <a:r>
              <a:rPr lang="en-US" dirty="0" err="1"/>
              <a:t>suscipit</a:t>
            </a:r>
            <a:r>
              <a:rPr lang="en-US" dirty="0"/>
              <a:t> id, </a:t>
            </a:r>
            <a:r>
              <a:rPr lang="en-US" dirty="0" err="1"/>
              <a:t>rutrum</a:t>
            </a:r>
            <a:r>
              <a:rPr lang="en-US" dirty="0"/>
              <a:t> at </a:t>
            </a:r>
            <a:r>
              <a:rPr lang="en-US" dirty="0" err="1"/>
              <a:t>odio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dui, </a:t>
            </a:r>
            <a:r>
              <a:rPr lang="en-US" dirty="0" err="1"/>
              <a:t>vel</a:t>
            </a:r>
            <a:r>
              <a:rPr lang="en-US" dirty="0"/>
              <a:t> tempus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in </a:t>
            </a:r>
            <a:r>
              <a:rPr lang="en-US" dirty="0" err="1"/>
              <a:t>sapien</a:t>
            </a:r>
            <a:r>
              <a:rPr lang="en-US" dirty="0"/>
              <a:t> at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convallis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et in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non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in </a:t>
            </a:r>
            <a:r>
              <a:rPr lang="en-US" dirty="0" err="1"/>
              <a:t>lorem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quam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Donec</a:t>
            </a:r>
            <a:r>
              <a:rPr lang="en-US" dirty="0"/>
              <a:t> ligula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,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vitae.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,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libero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non ante ac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Interdum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ante </a:t>
            </a:r>
            <a:r>
              <a:rPr lang="en-US" dirty="0" err="1"/>
              <a:t>ipsum</a:t>
            </a:r>
            <a:r>
              <a:rPr lang="en-US" dirty="0"/>
              <a:t>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ultrices</a:t>
            </a:r>
            <a:r>
              <a:rPr lang="en-US" dirty="0"/>
              <a:t> lacus id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, at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dolor </a:t>
            </a:r>
            <a:r>
              <a:rPr lang="en-US" dirty="0" err="1"/>
              <a:t>sapien</a:t>
            </a:r>
            <a:r>
              <a:rPr lang="en-US" dirty="0"/>
              <a:t>, </a:t>
            </a:r>
            <a:r>
              <a:rPr lang="en-US" dirty="0" err="1"/>
              <a:t>hendrerit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a </a:t>
            </a:r>
            <a:r>
              <a:rPr lang="en-US" dirty="0" err="1"/>
              <a:t>aliquam</a:t>
            </a:r>
            <a:r>
              <a:rPr lang="en-US" dirty="0"/>
              <a:t> magna.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in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ante id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vestibulum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vitae </a:t>
            </a:r>
            <a:r>
              <a:rPr lang="en-US" dirty="0" err="1"/>
              <a:t>rutrum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pharetra</a:t>
            </a:r>
            <a:r>
              <a:rPr lang="en-US" dirty="0"/>
              <a:t> non.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sem.</a:t>
            </a:r>
          </a:p>
        </p:txBody>
      </p:sp>
    </p:spTree>
    <p:extLst>
      <p:ext uri="{BB962C8B-B14F-4D97-AF65-F5344CB8AC3E}">
        <p14:creationId xmlns:p14="http://schemas.microsoft.com/office/powerpoint/2010/main" val="36908885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 1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531573" y="2825552"/>
            <a:ext cx="21368889" cy="741682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1531573" y="10577565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31574" y="11178480"/>
            <a:ext cx="21380440" cy="1800200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</a:p>
        </p:txBody>
      </p:sp>
    </p:spTree>
    <p:extLst>
      <p:ext uri="{BB962C8B-B14F-4D97-AF65-F5344CB8AC3E}">
        <p14:creationId xmlns:p14="http://schemas.microsoft.com/office/powerpoint/2010/main" val="40094431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 2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531574" y="3454565"/>
            <a:ext cx="10301973" cy="916407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12259796" y="2853648"/>
            <a:ext cx="10640665" cy="600916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2265596" y="3454564"/>
            <a:ext cx="10646418" cy="916407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just">
              <a:lnSpc>
                <a:spcPct val="150000"/>
              </a:lnSpc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nisi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ligula.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a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ex.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maximus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,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in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nunc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id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Nam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lacus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a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ac,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dui.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magna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in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ac.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et </a:t>
            </a:r>
            <a:r>
              <a:rPr lang="en-US" dirty="0" err="1"/>
              <a:t>suscipit</a:t>
            </a:r>
            <a:r>
              <a:rPr lang="en-US" dirty="0"/>
              <a:t> id, </a:t>
            </a:r>
            <a:r>
              <a:rPr lang="en-US" dirty="0" err="1"/>
              <a:t>rutrum</a:t>
            </a:r>
            <a:r>
              <a:rPr lang="en-US" dirty="0"/>
              <a:t> at </a:t>
            </a:r>
            <a:r>
              <a:rPr lang="en-US" dirty="0" err="1"/>
              <a:t>odio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dui, </a:t>
            </a:r>
            <a:r>
              <a:rPr lang="en-US" dirty="0" err="1"/>
              <a:t>vel</a:t>
            </a:r>
            <a:r>
              <a:rPr lang="en-US" dirty="0"/>
              <a:t> tempus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ras</a:t>
            </a:r>
            <a:r>
              <a:rPr lang="en-US" dirty="0"/>
              <a:t> in </a:t>
            </a:r>
            <a:r>
              <a:rPr lang="en-US" dirty="0" err="1"/>
              <a:t>sapien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1512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Text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 3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2598490" y="3257600"/>
            <a:ext cx="10301973" cy="9145016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527190" y="2897560"/>
            <a:ext cx="10646418" cy="9649072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just">
              <a:lnSpc>
                <a:spcPct val="150000"/>
              </a:lnSpc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  <a:r>
              <a:rPr lang="en-US" dirty="0" err="1"/>
              <a:t>Proin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nisi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porta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,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,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ligula. </a:t>
            </a:r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a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ex.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maximus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Curabitur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,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, in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in </a:t>
            </a:r>
            <a:r>
              <a:rPr lang="en-US" dirty="0" err="1"/>
              <a:t>nunc</a:t>
            </a:r>
            <a:r>
              <a:rPr lang="en-US" dirty="0"/>
              <a:t>. </a:t>
            </a:r>
            <a:r>
              <a:rPr lang="en-US" dirty="0" err="1"/>
              <a:t>Phasellus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id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iaculis</a:t>
            </a:r>
            <a:r>
              <a:rPr lang="en-US" dirty="0"/>
              <a:t>. Nam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lacus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, a </a:t>
            </a:r>
            <a:r>
              <a:rPr lang="en-US" dirty="0" err="1"/>
              <a:t>rhoncus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ac,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dui. 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,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, magna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in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ac.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, </a:t>
            </a:r>
            <a:r>
              <a:rPr lang="en-US" dirty="0" err="1"/>
              <a:t>tincidunt</a:t>
            </a:r>
            <a:r>
              <a:rPr lang="en-US" dirty="0"/>
              <a:t> et </a:t>
            </a:r>
            <a:r>
              <a:rPr lang="en-US" dirty="0" err="1"/>
              <a:t>suscipit</a:t>
            </a:r>
            <a:r>
              <a:rPr lang="en-US" dirty="0"/>
              <a:t> id, </a:t>
            </a:r>
            <a:r>
              <a:rPr lang="en-US" dirty="0" err="1"/>
              <a:t>rutrum</a:t>
            </a:r>
            <a:r>
              <a:rPr lang="en-US" dirty="0"/>
              <a:t> at </a:t>
            </a:r>
            <a:r>
              <a:rPr lang="en-US" dirty="0" err="1"/>
              <a:t>odio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dui, </a:t>
            </a:r>
            <a:r>
              <a:rPr lang="en-US" dirty="0" err="1"/>
              <a:t>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34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ides bullets informa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Two</a:t>
            </a:r>
            <a:r>
              <a:rPr lang="es-ES_tradnl" dirty="0"/>
              <a:t> </a:t>
            </a:r>
            <a:r>
              <a:rPr lang="es-ES_tradnl" dirty="0" err="1"/>
              <a:t>sides</a:t>
            </a:r>
            <a:r>
              <a:rPr lang="es-ES_tradnl" dirty="0"/>
              <a:t> </a:t>
            </a:r>
            <a:r>
              <a:rPr lang="es-ES_tradnl" dirty="0" err="1"/>
              <a:t>bullets</a:t>
            </a:r>
            <a:r>
              <a:rPr lang="es-ES_tradnl" dirty="0"/>
              <a:t> </a:t>
            </a:r>
            <a:r>
              <a:rPr lang="es-ES_tradnl" dirty="0" err="1"/>
              <a:t>information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3" name="Rounded Rectangle 12"/>
          <p:cNvSpPr/>
          <p:nvPr userDrawn="1"/>
        </p:nvSpPr>
        <p:spPr>
          <a:xfrm flipV="1">
            <a:off x="7697677" y="3689602"/>
            <a:ext cx="434382" cy="43432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34" hasCustomPrompt="1"/>
          </p:nvPr>
        </p:nvSpPr>
        <p:spPr>
          <a:xfrm>
            <a:off x="1531573" y="3545633"/>
            <a:ext cx="576547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1531573" y="4275455"/>
            <a:ext cx="5765471" cy="109693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  <p:sp>
        <p:nvSpPr>
          <p:cNvPr id="25" name="Rounded Rectangle 24"/>
          <p:cNvSpPr/>
          <p:nvPr userDrawn="1"/>
        </p:nvSpPr>
        <p:spPr>
          <a:xfrm flipV="1">
            <a:off x="7697677" y="5919620"/>
            <a:ext cx="434382" cy="4343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36" hasCustomPrompt="1"/>
          </p:nvPr>
        </p:nvSpPr>
        <p:spPr>
          <a:xfrm>
            <a:off x="1531573" y="5849889"/>
            <a:ext cx="576547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1531573" y="6579711"/>
            <a:ext cx="5765471" cy="109693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  <p:sp>
        <p:nvSpPr>
          <p:cNvPr id="36" name="Rounded Rectangle 35"/>
          <p:cNvSpPr/>
          <p:nvPr userDrawn="1"/>
        </p:nvSpPr>
        <p:spPr>
          <a:xfrm flipV="1">
            <a:off x="7697677" y="8226152"/>
            <a:ext cx="434382" cy="434324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38" hasCustomPrompt="1"/>
          </p:nvPr>
        </p:nvSpPr>
        <p:spPr>
          <a:xfrm>
            <a:off x="1531573" y="8127591"/>
            <a:ext cx="576547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1531573" y="8857411"/>
            <a:ext cx="5765471" cy="109693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  <p:sp>
        <p:nvSpPr>
          <p:cNvPr id="42" name="Rounded Rectangle 41"/>
          <p:cNvSpPr/>
          <p:nvPr userDrawn="1"/>
        </p:nvSpPr>
        <p:spPr>
          <a:xfrm flipV="1">
            <a:off x="7697677" y="10386392"/>
            <a:ext cx="434382" cy="43432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40" hasCustomPrompt="1"/>
          </p:nvPr>
        </p:nvSpPr>
        <p:spPr>
          <a:xfrm>
            <a:off x="1531573" y="10314385"/>
            <a:ext cx="576547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44" name="Text Placeholder 2"/>
          <p:cNvSpPr>
            <a:spLocks noGrp="1"/>
          </p:cNvSpPr>
          <p:nvPr>
            <p:ph type="body" sz="quarter" idx="41" hasCustomPrompt="1"/>
          </p:nvPr>
        </p:nvSpPr>
        <p:spPr>
          <a:xfrm>
            <a:off x="1531573" y="11044207"/>
            <a:ext cx="5765471" cy="109693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  <p:sp>
        <p:nvSpPr>
          <p:cNvPr id="19" name="Rounded Rectangle 18"/>
          <p:cNvSpPr/>
          <p:nvPr userDrawn="1"/>
        </p:nvSpPr>
        <p:spPr>
          <a:xfrm flipV="1">
            <a:off x="16298042" y="3689602"/>
            <a:ext cx="434382" cy="43432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0" name="Rounded Rectangle 19"/>
          <p:cNvSpPr/>
          <p:nvPr userDrawn="1"/>
        </p:nvSpPr>
        <p:spPr>
          <a:xfrm flipV="1">
            <a:off x="16298042" y="5919620"/>
            <a:ext cx="434382" cy="434324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1" name="Rounded Rectangle 20"/>
          <p:cNvSpPr/>
          <p:nvPr userDrawn="1"/>
        </p:nvSpPr>
        <p:spPr>
          <a:xfrm flipV="1">
            <a:off x="16298042" y="8226152"/>
            <a:ext cx="434382" cy="434324"/>
          </a:xfrm>
          <a:prstGeom prst="roundRect">
            <a:avLst>
              <a:gd name="adj" fmla="val 50000"/>
            </a:avLst>
          </a:prstGeom>
          <a:solidFill>
            <a:srgbClr val="00B050">
              <a:alpha val="6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2" name="Rounded Rectangle 21"/>
          <p:cNvSpPr/>
          <p:nvPr userDrawn="1"/>
        </p:nvSpPr>
        <p:spPr>
          <a:xfrm flipV="1">
            <a:off x="16298042" y="10386392"/>
            <a:ext cx="434382" cy="434324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42" hasCustomPrompt="1"/>
          </p:nvPr>
        </p:nvSpPr>
        <p:spPr>
          <a:xfrm>
            <a:off x="17042859" y="3545633"/>
            <a:ext cx="576547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4" name="Text Placeholder 2"/>
          <p:cNvSpPr>
            <a:spLocks noGrp="1"/>
          </p:cNvSpPr>
          <p:nvPr>
            <p:ph type="body" sz="quarter" idx="43" hasCustomPrompt="1"/>
          </p:nvPr>
        </p:nvSpPr>
        <p:spPr>
          <a:xfrm>
            <a:off x="17042859" y="4275455"/>
            <a:ext cx="5765471" cy="109693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44" hasCustomPrompt="1"/>
          </p:nvPr>
        </p:nvSpPr>
        <p:spPr>
          <a:xfrm>
            <a:off x="17042859" y="5849889"/>
            <a:ext cx="576547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45" hasCustomPrompt="1"/>
          </p:nvPr>
        </p:nvSpPr>
        <p:spPr>
          <a:xfrm>
            <a:off x="17042859" y="6579711"/>
            <a:ext cx="5765471" cy="109693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17042859" y="8127591"/>
            <a:ext cx="576547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47" hasCustomPrompt="1"/>
          </p:nvPr>
        </p:nvSpPr>
        <p:spPr>
          <a:xfrm>
            <a:off x="17042859" y="8857411"/>
            <a:ext cx="5765471" cy="109693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17042859" y="10314385"/>
            <a:ext cx="5765471" cy="67671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49" hasCustomPrompt="1"/>
          </p:nvPr>
        </p:nvSpPr>
        <p:spPr>
          <a:xfrm>
            <a:off x="17042859" y="11044207"/>
            <a:ext cx="5765471" cy="109693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900" baseline="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Zorem</a:t>
            </a:r>
            <a:r>
              <a:rPr lang="en-US" dirty="0"/>
              <a:t> </a:t>
            </a:r>
            <a:r>
              <a:rPr lang="en-US" dirty="0" err="1"/>
              <a:t>apsum</a:t>
            </a:r>
            <a:r>
              <a:rPr lang="en-US" dirty="0"/>
              <a:t> color </a:t>
            </a:r>
            <a:r>
              <a:rPr lang="en-US" dirty="0" err="1"/>
              <a:t>oit</a:t>
            </a:r>
            <a:r>
              <a:rPr lang="en-US" dirty="0"/>
              <a:t> met </a:t>
            </a:r>
            <a:r>
              <a:rPr lang="en-US" dirty="0" err="1"/>
              <a:t>insectetur</a:t>
            </a:r>
            <a:r>
              <a:rPr lang="en-US" dirty="0"/>
              <a:t> </a:t>
            </a:r>
            <a:r>
              <a:rPr lang="en-US" dirty="0" err="1"/>
              <a:t>cdipiscing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vitae </a:t>
            </a:r>
            <a:r>
              <a:rPr lang="en-US" dirty="0" err="1"/>
              <a:t>nunc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0817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footer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Four</a:t>
            </a:r>
            <a:r>
              <a:rPr lang="es-ES_tradnl" dirty="0"/>
              <a:t> </a:t>
            </a:r>
            <a:r>
              <a:rPr lang="es-ES_tradnl" dirty="0" err="1"/>
              <a:t>footer</a:t>
            </a:r>
            <a:r>
              <a:rPr lang="es-ES_tradnl" dirty="0"/>
              <a:t> </a:t>
            </a:r>
            <a:r>
              <a:rPr lang="es-ES_tradnl" dirty="0" err="1"/>
              <a:t>information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36916" y="9066277"/>
            <a:ext cx="4929818" cy="53423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1536916" y="9594238"/>
            <a:ext cx="4929818" cy="230432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ligula. </a:t>
            </a:r>
            <a:r>
              <a:rPr lang="en-US" dirty="0" err="1"/>
              <a:t>auctor</a:t>
            </a:r>
            <a:r>
              <a:rPr lang="en-US" dirty="0"/>
              <a:t> magna </a:t>
            </a:r>
            <a:r>
              <a:rPr lang="en-US" dirty="0" err="1"/>
              <a:t>nec</a:t>
            </a:r>
            <a:r>
              <a:rPr lang="en-US" dirty="0"/>
              <a:t> lacus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In </a:t>
            </a:r>
            <a:r>
              <a:rPr lang="en-US" dirty="0" err="1"/>
              <a:t>zacomic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quam vitae portfolio.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7028599" y="9066277"/>
            <a:ext cx="4929818" cy="53423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5" hasCustomPrompt="1"/>
          </p:nvPr>
        </p:nvSpPr>
        <p:spPr>
          <a:xfrm>
            <a:off x="7028599" y="9594238"/>
            <a:ext cx="4929818" cy="230432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ligula. </a:t>
            </a:r>
            <a:r>
              <a:rPr lang="en-US" dirty="0" err="1"/>
              <a:t>auctor</a:t>
            </a:r>
            <a:r>
              <a:rPr lang="en-US" dirty="0"/>
              <a:t> magna </a:t>
            </a:r>
            <a:r>
              <a:rPr lang="en-US" dirty="0" err="1"/>
              <a:t>nec</a:t>
            </a:r>
            <a:r>
              <a:rPr lang="en-US" dirty="0"/>
              <a:t> lacus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In </a:t>
            </a:r>
            <a:r>
              <a:rPr lang="en-US" dirty="0" err="1"/>
              <a:t>zacomic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quam vitae portfolio.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12591817" y="9066277"/>
            <a:ext cx="4929818" cy="53423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12591817" y="9594238"/>
            <a:ext cx="4929818" cy="230432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ligula. </a:t>
            </a:r>
            <a:r>
              <a:rPr lang="en-US" dirty="0" err="1"/>
              <a:t>auctor</a:t>
            </a:r>
            <a:r>
              <a:rPr lang="en-US" dirty="0"/>
              <a:t> magna </a:t>
            </a:r>
            <a:r>
              <a:rPr lang="en-US" dirty="0" err="1"/>
              <a:t>nec</a:t>
            </a:r>
            <a:r>
              <a:rPr lang="en-US" dirty="0"/>
              <a:t> lacus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In </a:t>
            </a:r>
            <a:r>
              <a:rPr lang="en-US" dirty="0" err="1"/>
              <a:t>zacomic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quam vitae portfolio.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18039022" y="9066277"/>
            <a:ext cx="4929818" cy="53423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bg1">
                    <a:lumMod val="9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endParaRPr lang="es-ES_tradnl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18039022" y="9594238"/>
            <a:ext cx="4929818" cy="230432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ligula. </a:t>
            </a:r>
            <a:r>
              <a:rPr lang="en-US" dirty="0" err="1"/>
              <a:t>auctor</a:t>
            </a:r>
            <a:r>
              <a:rPr lang="en-US" dirty="0"/>
              <a:t> magna </a:t>
            </a:r>
            <a:r>
              <a:rPr lang="en-US" dirty="0" err="1"/>
              <a:t>nec</a:t>
            </a:r>
            <a:r>
              <a:rPr lang="en-US" dirty="0"/>
              <a:t> lacus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In </a:t>
            </a:r>
            <a:r>
              <a:rPr lang="en-US" dirty="0" err="1"/>
              <a:t>zacomic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quam vitae portfolio.</a:t>
            </a:r>
          </a:p>
        </p:txBody>
      </p:sp>
    </p:spTree>
    <p:extLst>
      <p:ext uri="{BB962C8B-B14F-4D97-AF65-F5344CB8AC3E}">
        <p14:creationId xmlns:p14="http://schemas.microsoft.com/office/powerpoint/2010/main" val="29214191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Gallery</a:t>
            </a:r>
            <a:r>
              <a:rPr lang="es-ES_tradnl" dirty="0"/>
              <a:t> portfolio 1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531573" y="2969568"/>
            <a:ext cx="21368889" cy="993710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5519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25070" y="64875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Gallery</a:t>
            </a:r>
            <a:r>
              <a:rPr lang="es-ES_tradnl" dirty="0"/>
              <a:t> portfolio 2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531574" y="2969568"/>
            <a:ext cx="10373983" cy="993710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44"/>
          </p:nvPr>
        </p:nvSpPr>
        <p:spPr>
          <a:xfrm>
            <a:off x="12526480" y="2969568"/>
            <a:ext cx="10373983" cy="993710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258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Gallery</a:t>
            </a:r>
            <a:r>
              <a:rPr lang="es-ES_tradnl" dirty="0"/>
              <a:t> portfolio 3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531574" y="2969568"/>
            <a:ext cx="10373983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1531574" y="11610529"/>
            <a:ext cx="10373983" cy="136815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1531573" y="10962457"/>
            <a:ext cx="1036837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57"/>
          </p:nvPr>
        </p:nvSpPr>
        <p:spPr>
          <a:xfrm>
            <a:off x="12502453" y="2969568"/>
            <a:ext cx="10373983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58" hasCustomPrompt="1"/>
          </p:nvPr>
        </p:nvSpPr>
        <p:spPr>
          <a:xfrm>
            <a:off x="12502453" y="11610529"/>
            <a:ext cx="10373983" cy="136815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12502452" y="10962457"/>
            <a:ext cx="1036837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591354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Gallery</a:t>
            </a:r>
            <a:r>
              <a:rPr lang="es-ES_tradnl" dirty="0"/>
              <a:t> portfolio 4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531574" y="2969568"/>
            <a:ext cx="10373983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1531574" y="11610529"/>
            <a:ext cx="10373983" cy="136815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1531573" y="10962457"/>
            <a:ext cx="1036837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57"/>
          </p:nvPr>
        </p:nvSpPr>
        <p:spPr>
          <a:xfrm>
            <a:off x="12502453" y="2969568"/>
            <a:ext cx="10373983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58" hasCustomPrompt="1"/>
          </p:nvPr>
        </p:nvSpPr>
        <p:spPr>
          <a:xfrm>
            <a:off x="12502453" y="11610529"/>
            <a:ext cx="10373983" cy="136815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12502452" y="10962457"/>
            <a:ext cx="1036837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694231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Gallery</a:t>
            </a:r>
            <a:r>
              <a:rPr lang="es-ES_tradnl" dirty="0"/>
              <a:t> portfolio 5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531577" y="2969568"/>
            <a:ext cx="6917597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1531573" y="11610529"/>
            <a:ext cx="6917599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1531573" y="10962457"/>
            <a:ext cx="6913860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57"/>
          </p:nvPr>
        </p:nvSpPr>
        <p:spPr>
          <a:xfrm>
            <a:off x="8737205" y="2969568"/>
            <a:ext cx="6917597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58" hasCustomPrompt="1"/>
          </p:nvPr>
        </p:nvSpPr>
        <p:spPr>
          <a:xfrm>
            <a:off x="8737202" y="11610529"/>
            <a:ext cx="6917599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8737204" y="10962457"/>
            <a:ext cx="6913860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60"/>
          </p:nvPr>
        </p:nvSpPr>
        <p:spPr>
          <a:xfrm>
            <a:off x="15982866" y="2969568"/>
            <a:ext cx="6917597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61" hasCustomPrompt="1"/>
          </p:nvPr>
        </p:nvSpPr>
        <p:spPr>
          <a:xfrm>
            <a:off x="15982862" y="11610529"/>
            <a:ext cx="6917599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.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15982865" y="10962457"/>
            <a:ext cx="6913860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501649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Gallery</a:t>
            </a:r>
            <a:r>
              <a:rPr lang="es-ES_tradnl" dirty="0"/>
              <a:t> portfolio 6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531577" y="2969568"/>
            <a:ext cx="5261413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1531574" y="11610529"/>
            <a:ext cx="5261413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1531577" y="10962457"/>
            <a:ext cx="5258570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57"/>
          </p:nvPr>
        </p:nvSpPr>
        <p:spPr>
          <a:xfrm>
            <a:off x="6896038" y="2969568"/>
            <a:ext cx="5261413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58" hasCustomPrompt="1"/>
          </p:nvPr>
        </p:nvSpPr>
        <p:spPr>
          <a:xfrm>
            <a:off x="6896038" y="11610529"/>
            <a:ext cx="5261413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.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6896040" y="10962457"/>
            <a:ext cx="5258570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5" name="Picture Placeholder 3"/>
          <p:cNvSpPr>
            <a:spLocks noGrp="1"/>
          </p:cNvSpPr>
          <p:nvPr>
            <p:ph type="pic" sz="quarter" idx="60"/>
          </p:nvPr>
        </p:nvSpPr>
        <p:spPr>
          <a:xfrm>
            <a:off x="12265598" y="2969568"/>
            <a:ext cx="5261413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61" hasCustomPrompt="1"/>
          </p:nvPr>
        </p:nvSpPr>
        <p:spPr>
          <a:xfrm>
            <a:off x="12265596" y="11610529"/>
            <a:ext cx="5261413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.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12265598" y="10962457"/>
            <a:ext cx="5258570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63"/>
          </p:nvPr>
        </p:nvSpPr>
        <p:spPr>
          <a:xfrm>
            <a:off x="17626427" y="2969568"/>
            <a:ext cx="5261413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17626427" y="11610529"/>
            <a:ext cx="5261413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.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17626427" y="10962457"/>
            <a:ext cx="5258570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239034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 err="1"/>
              <a:t>Gallery</a:t>
            </a:r>
            <a:r>
              <a:rPr lang="es-ES_tradnl" dirty="0"/>
              <a:t> portfolio 7</a:t>
            </a:r>
          </a:p>
        </p:txBody>
      </p:sp>
      <p:cxnSp>
        <p:nvCxnSpPr>
          <p:cNvPr id="147" name="Straight Connector 146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43"/>
          </p:nvPr>
        </p:nvSpPr>
        <p:spPr>
          <a:xfrm>
            <a:off x="1531577" y="2969568"/>
            <a:ext cx="4181294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1531574" y="11394505"/>
            <a:ext cx="4181294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1531575" y="10962457"/>
            <a:ext cx="4179035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57"/>
          </p:nvPr>
        </p:nvSpPr>
        <p:spPr>
          <a:xfrm>
            <a:off x="5828925" y="2969568"/>
            <a:ext cx="4181294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58" hasCustomPrompt="1"/>
          </p:nvPr>
        </p:nvSpPr>
        <p:spPr>
          <a:xfrm>
            <a:off x="5828925" y="11394505"/>
            <a:ext cx="4181294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828924" y="10962457"/>
            <a:ext cx="4179035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60"/>
          </p:nvPr>
        </p:nvSpPr>
        <p:spPr>
          <a:xfrm>
            <a:off x="10110184" y="2969568"/>
            <a:ext cx="4181294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sz="quarter" idx="61" hasCustomPrompt="1"/>
          </p:nvPr>
        </p:nvSpPr>
        <p:spPr>
          <a:xfrm>
            <a:off x="10110184" y="11394505"/>
            <a:ext cx="4181294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10110185" y="10962457"/>
            <a:ext cx="4179035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63"/>
          </p:nvPr>
        </p:nvSpPr>
        <p:spPr>
          <a:xfrm>
            <a:off x="14388218" y="2969568"/>
            <a:ext cx="4181294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64" hasCustomPrompt="1"/>
          </p:nvPr>
        </p:nvSpPr>
        <p:spPr>
          <a:xfrm>
            <a:off x="14388218" y="11394505"/>
            <a:ext cx="4181294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14388220" y="10962457"/>
            <a:ext cx="4179035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66"/>
          </p:nvPr>
        </p:nvSpPr>
        <p:spPr>
          <a:xfrm>
            <a:off x="18669480" y="2969568"/>
            <a:ext cx="4181294" cy="7776864"/>
          </a:xfrm>
          <a:prstGeom prst="rect">
            <a:avLst/>
          </a:prstGeom>
        </p:spPr>
        <p:txBody>
          <a:bodyPr vert="horz" lIns="91425" tIns="45712" rIns="91425" bIns="45712" anchor="ctr"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67" hasCustomPrompt="1"/>
          </p:nvPr>
        </p:nvSpPr>
        <p:spPr>
          <a:xfrm>
            <a:off x="18669477" y="11394505"/>
            <a:ext cx="4181294" cy="1296146"/>
          </a:xfrm>
          <a:prstGeom prst="rect">
            <a:avLst/>
          </a:prstGeom>
        </p:spPr>
        <p:txBody>
          <a:bodyPr vert="horz" lIns="243756" tIns="0" rIns="243756" bIns="0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>
                    <a:lumMod val="6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68" hasCustomPrompt="1"/>
          </p:nvPr>
        </p:nvSpPr>
        <p:spPr>
          <a:xfrm>
            <a:off x="18669478" y="10962457"/>
            <a:ext cx="4179035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5047725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s titles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icture Placeholder 2"/>
          <p:cNvSpPr>
            <a:spLocks noGrp="1"/>
          </p:cNvSpPr>
          <p:nvPr>
            <p:ph type="pic" sz="quarter" idx="57"/>
          </p:nvPr>
        </p:nvSpPr>
        <p:spPr>
          <a:xfrm>
            <a:off x="1531574" y="3185592"/>
            <a:ext cx="6701574" cy="9484268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buNone/>
              <a:defRPr sz="2400">
                <a:solidFill>
                  <a:srgbClr val="7F7F7F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Tiles </a:t>
            </a:r>
            <a:r>
              <a:rPr lang="es-ES_tradnl" dirty="0" err="1"/>
              <a:t>titles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 1</a:t>
            </a:r>
          </a:p>
        </p:txBody>
      </p:sp>
      <p:cxnSp>
        <p:nvCxnSpPr>
          <p:cNvPr id="34" name="Straight Connector 33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6" name="Rounded Rectangle 35"/>
          <p:cNvSpPr/>
          <p:nvPr userDrawn="1"/>
        </p:nvSpPr>
        <p:spPr>
          <a:xfrm>
            <a:off x="8593188" y="3185592"/>
            <a:ext cx="4877435" cy="458772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10333569" y="3955834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9106800" y="5006580"/>
            <a:ext cx="3822090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</a:t>
            </a:r>
            <a:r>
              <a:rPr lang="en-US" dirty="0" err="1"/>
              <a:t>zacm</a:t>
            </a:r>
            <a:r>
              <a:rPr lang="en-US" dirty="0"/>
              <a:t> ligula other. </a:t>
            </a:r>
          </a:p>
        </p:txBody>
      </p:sp>
      <p:sp>
        <p:nvSpPr>
          <p:cNvPr id="39" name="Rounded Rectangle 38"/>
          <p:cNvSpPr/>
          <p:nvPr userDrawn="1"/>
        </p:nvSpPr>
        <p:spPr>
          <a:xfrm>
            <a:off x="13777766" y="3185592"/>
            <a:ext cx="9122700" cy="4587724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17594189" y="3862046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14363383" y="4839923"/>
            <a:ext cx="7839317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2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14363383" y="5422040"/>
            <a:ext cx="7839317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63" name="Rounded Rectangle 62"/>
          <p:cNvSpPr/>
          <p:nvPr userDrawn="1"/>
        </p:nvSpPr>
        <p:spPr>
          <a:xfrm>
            <a:off x="8608839" y="8082136"/>
            <a:ext cx="9122700" cy="4587724"/>
          </a:xfrm>
          <a:prstGeom prst="roundRect">
            <a:avLst>
              <a:gd name="adj" fmla="val 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4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12425263" y="8758590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7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9194457" y="9736467"/>
            <a:ext cx="7839317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80" name="Text Placeholder 2"/>
          <p:cNvSpPr>
            <a:spLocks noGrp="1"/>
          </p:cNvSpPr>
          <p:nvPr>
            <p:ph type="body" sz="quarter" idx="62" hasCustomPrompt="1"/>
          </p:nvPr>
        </p:nvSpPr>
        <p:spPr>
          <a:xfrm>
            <a:off x="9194457" y="10318584"/>
            <a:ext cx="7839317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81" name="Rounded Rectangle 80"/>
          <p:cNvSpPr/>
          <p:nvPr userDrawn="1"/>
        </p:nvSpPr>
        <p:spPr>
          <a:xfrm>
            <a:off x="18051163" y="8099400"/>
            <a:ext cx="4877435" cy="4587724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4" name="Text Placeholder 7"/>
          <p:cNvSpPr>
            <a:spLocks noGrp="1"/>
          </p:cNvSpPr>
          <p:nvPr>
            <p:ph type="body" sz="quarter" idx="64" hasCustomPrompt="1"/>
          </p:nvPr>
        </p:nvSpPr>
        <p:spPr>
          <a:xfrm>
            <a:off x="19791545" y="8869642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85" name="Text Placeholder 2"/>
          <p:cNvSpPr>
            <a:spLocks noGrp="1"/>
          </p:cNvSpPr>
          <p:nvPr>
            <p:ph type="body" sz="quarter" idx="65" hasCustomPrompt="1"/>
          </p:nvPr>
        </p:nvSpPr>
        <p:spPr>
          <a:xfrm>
            <a:off x="18564775" y="9920388"/>
            <a:ext cx="3822090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</a:t>
            </a:r>
            <a:r>
              <a:rPr lang="en-US" dirty="0" err="1"/>
              <a:t>zacm</a:t>
            </a:r>
            <a:r>
              <a:rPr lang="en-US" dirty="0"/>
              <a:t> ligula other. </a:t>
            </a:r>
          </a:p>
        </p:txBody>
      </p:sp>
    </p:spTree>
    <p:extLst>
      <p:ext uri="{BB962C8B-B14F-4D97-AF65-F5344CB8AC3E}">
        <p14:creationId xmlns:p14="http://schemas.microsoft.com/office/powerpoint/2010/main" val="1789532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s titles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icture Placeholder 2"/>
          <p:cNvSpPr>
            <a:spLocks noGrp="1"/>
          </p:cNvSpPr>
          <p:nvPr>
            <p:ph type="pic" sz="quarter" idx="57"/>
          </p:nvPr>
        </p:nvSpPr>
        <p:spPr>
          <a:xfrm>
            <a:off x="1531574" y="3185592"/>
            <a:ext cx="16206630" cy="9484268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buNone/>
              <a:defRPr sz="2400">
                <a:solidFill>
                  <a:srgbClr val="7F7F7F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Tiles </a:t>
            </a:r>
            <a:r>
              <a:rPr lang="es-ES_tradnl" dirty="0" err="1"/>
              <a:t>titles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 2</a:t>
            </a:r>
          </a:p>
        </p:txBody>
      </p:sp>
      <p:cxnSp>
        <p:nvCxnSpPr>
          <p:cNvPr id="34" name="Straight Connector 33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81" name="Rounded Rectangle 80"/>
          <p:cNvSpPr/>
          <p:nvPr userDrawn="1"/>
        </p:nvSpPr>
        <p:spPr>
          <a:xfrm>
            <a:off x="18051163" y="3185592"/>
            <a:ext cx="4877435" cy="4587724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4" name="Text Placeholder 7"/>
          <p:cNvSpPr>
            <a:spLocks noGrp="1"/>
          </p:cNvSpPr>
          <p:nvPr>
            <p:ph type="body" sz="quarter" idx="64" hasCustomPrompt="1"/>
          </p:nvPr>
        </p:nvSpPr>
        <p:spPr>
          <a:xfrm>
            <a:off x="19791545" y="3955834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85" name="Text Placeholder 2"/>
          <p:cNvSpPr>
            <a:spLocks noGrp="1"/>
          </p:cNvSpPr>
          <p:nvPr>
            <p:ph type="body" sz="quarter" idx="65" hasCustomPrompt="1"/>
          </p:nvPr>
        </p:nvSpPr>
        <p:spPr>
          <a:xfrm>
            <a:off x="18564775" y="5006580"/>
            <a:ext cx="3822090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</a:t>
            </a:r>
            <a:r>
              <a:rPr lang="en-US" dirty="0" err="1"/>
              <a:t>zacm</a:t>
            </a:r>
            <a:r>
              <a:rPr lang="en-US" dirty="0"/>
              <a:t> ligula other. </a:t>
            </a:r>
          </a:p>
        </p:txBody>
      </p:sp>
      <p:sp>
        <p:nvSpPr>
          <p:cNvPr id="20" name="Rounded Rectangle 19"/>
          <p:cNvSpPr/>
          <p:nvPr userDrawn="1"/>
        </p:nvSpPr>
        <p:spPr>
          <a:xfrm>
            <a:off x="18051163" y="8082136"/>
            <a:ext cx="4877435" cy="4587724"/>
          </a:xfrm>
          <a:prstGeom prst="roundRect">
            <a:avLst>
              <a:gd name="adj" fmla="val 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66" hasCustomPrompt="1"/>
          </p:nvPr>
        </p:nvSpPr>
        <p:spPr>
          <a:xfrm>
            <a:off x="19791545" y="8852378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67" hasCustomPrompt="1"/>
          </p:nvPr>
        </p:nvSpPr>
        <p:spPr>
          <a:xfrm>
            <a:off x="18564775" y="9903124"/>
            <a:ext cx="3822090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</a:t>
            </a:r>
            <a:r>
              <a:rPr lang="en-US" dirty="0" err="1"/>
              <a:t>zacm</a:t>
            </a:r>
            <a:r>
              <a:rPr lang="en-US" dirty="0"/>
              <a:t> ligula other. </a:t>
            </a:r>
          </a:p>
        </p:txBody>
      </p:sp>
    </p:spTree>
    <p:extLst>
      <p:ext uri="{BB962C8B-B14F-4D97-AF65-F5344CB8AC3E}">
        <p14:creationId xmlns:p14="http://schemas.microsoft.com/office/powerpoint/2010/main" val="14527401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s titles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icture Placeholder 2"/>
          <p:cNvSpPr>
            <a:spLocks noGrp="1"/>
          </p:cNvSpPr>
          <p:nvPr>
            <p:ph type="pic" sz="quarter" idx="57"/>
          </p:nvPr>
        </p:nvSpPr>
        <p:spPr>
          <a:xfrm>
            <a:off x="1531574" y="3185592"/>
            <a:ext cx="6701574" cy="458772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buNone/>
              <a:defRPr sz="2400">
                <a:solidFill>
                  <a:srgbClr val="7F7F7F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Tiles </a:t>
            </a:r>
            <a:r>
              <a:rPr lang="es-ES_tradnl" dirty="0" err="1"/>
              <a:t>titles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 3</a:t>
            </a:r>
          </a:p>
        </p:txBody>
      </p:sp>
      <p:cxnSp>
        <p:nvCxnSpPr>
          <p:cNvPr id="34" name="Straight Connector 33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6" name="Rounded Rectangle 35"/>
          <p:cNvSpPr/>
          <p:nvPr userDrawn="1"/>
        </p:nvSpPr>
        <p:spPr>
          <a:xfrm>
            <a:off x="8593188" y="3185592"/>
            <a:ext cx="4877435" cy="458772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10333569" y="3955834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9106800" y="5006580"/>
            <a:ext cx="3822090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</a:t>
            </a:r>
            <a:r>
              <a:rPr lang="en-US" dirty="0" err="1"/>
              <a:t>zacm</a:t>
            </a:r>
            <a:r>
              <a:rPr lang="en-US" dirty="0"/>
              <a:t> ligula other. </a:t>
            </a:r>
          </a:p>
        </p:txBody>
      </p:sp>
      <p:sp>
        <p:nvSpPr>
          <p:cNvPr id="39" name="Rounded Rectangle 38"/>
          <p:cNvSpPr/>
          <p:nvPr userDrawn="1"/>
        </p:nvSpPr>
        <p:spPr>
          <a:xfrm>
            <a:off x="13777766" y="3185592"/>
            <a:ext cx="9122700" cy="4587724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17594189" y="3862046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14363383" y="4839923"/>
            <a:ext cx="7839317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2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14363383" y="5422040"/>
            <a:ext cx="7839317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63" name="Rounded Rectangle 62"/>
          <p:cNvSpPr/>
          <p:nvPr userDrawn="1"/>
        </p:nvSpPr>
        <p:spPr>
          <a:xfrm>
            <a:off x="1531574" y="8082136"/>
            <a:ext cx="9122700" cy="4587724"/>
          </a:xfrm>
          <a:prstGeom prst="roundRect">
            <a:avLst>
              <a:gd name="adj" fmla="val 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64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5347997" y="8758590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7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2117194" y="9736467"/>
            <a:ext cx="7839317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80" name="Text Placeholder 2"/>
          <p:cNvSpPr>
            <a:spLocks noGrp="1"/>
          </p:cNvSpPr>
          <p:nvPr>
            <p:ph type="body" sz="quarter" idx="62" hasCustomPrompt="1"/>
          </p:nvPr>
        </p:nvSpPr>
        <p:spPr>
          <a:xfrm>
            <a:off x="2117194" y="10318584"/>
            <a:ext cx="7839317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81" name="Rounded Rectangle 80"/>
          <p:cNvSpPr/>
          <p:nvPr userDrawn="1"/>
        </p:nvSpPr>
        <p:spPr>
          <a:xfrm>
            <a:off x="11031906" y="8099400"/>
            <a:ext cx="4877435" cy="4587724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84" name="Text Placeholder 7"/>
          <p:cNvSpPr>
            <a:spLocks noGrp="1"/>
          </p:cNvSpPr>
          <p:nvPr>
            <p:ph type="body" sz="quarter" idx="64" hasCustomPrompt="1"/>
          </p:nvPr>
        </p:nvSpPr>
        <p:spPr>
          <a:xfrm>
            <a:off x="12772287" y="8869642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85" name="Text Placeholder 2"/>
          <p:cNvSpPr>
            <a:spLocks noGrp="1"/>
          </p:cNvSpPr>
          <p:nvPr>
            <p:ph type="body" sz="quarter" idx="65" hasCustomPrompt="1"/>
          </p:nvPr>
        </p:nvSpPr>
        <p:spPr>
          <a:xfrm>
            <a:off x="11545518" y="9920388"/>
            <a:ext cx="3822090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</a:t>
            </a:r>
            <a:r>
              <a:rPr lang="en-US" dirty="0" err="1"/>
              <a:t>zacm</a:t>
            </a:r>
            <a:r>
              <a:rPr lang="en-US" dirty="0"/>
              <a:t> ligula other. </a:t>
            </a:r>
          </a:p>
        </p:txBody>
      </p:sp>
      <p:sp>
        <p:nvSpPr>
          <p:cNvPr id="20" name="Rounded Rectangle 19"/>
          <p:cNvSpPr/>
          <p:nvPr userDrawn="1"/>
        </p:nvSpPr>
        <p:spPr>
          <a:xfrm>
            <a:off x="16226035" y="8099400"/>
            <a:ext cx="6674426" cy="4587724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66" hasCustomPrompt="1"/>
          </p:nvPr>
        </p:nvSpPr>
        <p:spPr>
          <a:xfrm>
            <a:off x="18962341" y="8686582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67" hasCustomPrompt="1"/>
          </p:nvPr>
        </p:nvSpPr>
        <p:spPr>
          <a:xfrm>
            <a:off x="16658083" y="9664459"/>
            <a:ext cx="6039117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68" hasCustomPrompt="1"/>
          </p:nvPr>
        </p:nvSpPr>
        <p:spPr>
          <a:xfrm>
            <a:off x="16658083" y="10246576"/>
            <a:ext cx="6039117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696591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s titles with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icture Placeholder 2"/>
          <p:cNvSpPr>
            <a:spLocks noGrp="1"/>
          </p:cNvSpPr>
          <p:nvPr>
            <p:ph type="pic" sz="quarter" idx="57"/>
          </p:nvPr>
        </p:nvSpPr>
        <p:spPr>
          <a:xfrm>
            <a:off x="1531574" y="3185592"/>
            <a:ext cx="6701574" cy="458772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buNone/>
              <a:defRPr sz="2400">
                <a:solidFill>
                  <a:srgbClr val="7F7F7F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Tiles </a:t>
            </a:r>
            <a:r>
              <a:rPr lang="es-ES_tradnl" dirty="0" err="1"/>
              <a:t>titles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 4</a:t>
            </a:r>
          </a:p>
        </p:txBody>
      </p:sp>
      <p:cxnSp>
        <p:nvCxnSpPr>
          <p:cNvPr id="34" name="Straight Connector 33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6" name="Rounded Rectangle 35"/>
          <p:cNvSpPr/>
          <p:nvPr userDrawn="1"/>
        </p:nvSpPr>
        <p:spPr>
          <a:xfrm>
            <a:off x="8593188" y="3185592"/>
            <a:ext cx="4877435" cy="458772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10333569" y="3955834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9106800" y="5006580"/>
            <a:ext cx="3822090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</a:t>
            </a:r>
            <a:r>
              <a:rPr lang="en-US" dirty="0" err="1"/>
              <a:t>zacm</a:t>
            </a:r>
            <a:r>
              <a:rPr lang="en-US" dirty="0"/>
              <a:t> ligula other. </a:t>
            </a:r>
          </a:p>
        </p:txBody>
      </p:sp>
      <p:sp>
        <p:nvSpPr>
          <p:cNvPr id="39" name="Rounded Rectangle 38"/>
          <p:cNvSpPr/>
          <p:nvPr userDrawn="1"/>
        </p:nvSpPr>
        <p:spPr>
          <a:xfrm>
            <a:off x="13777766" y="3185592"/>
            <a:ext cx="9122700" cy="4587724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17594189" y="3862046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14363383" y="4839923"/>
            <a:ext cx="7839317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2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14363383" y="5422040"/>
            <a:ext cx="7839317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26" name="Rounded Rectangle 25"/>
          <p:cNvSpPr/>
          <p:nvPr userDrawn="1"/>
        </p:nvSpPr>
        <p:spPr>
          <a:xfrm>
            <a:off x="1519435" y="8082136"/>
            <a:ext cx="4877435" cy="4587724"/>
          </a:xfrm>
          <a:prstGeom prst="roundRect">
            <a:avLst>
              <a:gd name="adj" fmla="val 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3259816" y="8852378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62" hasCustomPrompt="1"/>
          </p:nvPr>
        </p:nvSpPr>
        <p:spPr>
          <a:xfrm>
            <a:off x="2033047" y="9903124"/>
            <a:ext cx="3822090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</a:t>
            </a:r>
            <a:r>
              <a:rPr lang="en-US" dirty="0" err="1"/>
              <a:t>zacm</a:t>
            </a:r>
            <a:r>
              <a:rPr lang="en-US" dirty="0"/>
              <a:t> ligula other. 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63"/>
          </p:nvPr>
        </p:nvSpPr>
        <p:spPr>
          <a:xfrm>
            <a:off x="6769051" y="8082136"/>
            <a:ext cx="6701574" cy="458772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buNone/>
              <a:defRPr sz="2400">
                <a:solidFill>
                  <a:srgbClr val="7F7F7F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0" name="Rounded Rectangle 29"/>
          <p:cNvSpPr/>
          <p:nvPr userDrawn="1"/>
        </p:nvSpPr>
        <p:spPr>
          <a:xfrm>
            <a:off x="13777766" y="8082136"/>
            <a:ext cx="9122700" cy="4587724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64" hasCustomPrompt="1"/>
          </p:nvPr>
        </p:nvSpPr>
        <p:spPr>
          <a:xfrm>
            <a:off x="17594189" y="8758590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14363383" y="9736467"/>
            <a:ext cx="7839317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66" hasCustomPrompt="1"/>
          </p:nvPr>
        </p:nvSpPr>
        <p:spPr>
          <a:xfrm>
            <a:off x="14363383" y="10318584"/>
            <a:ext cx="7839317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468764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s titles with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1531573" y="656888"/>
            <a:ext cx="21368889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200" b="1" baseline="0">
                <a:solidFill>
                  <a:schemeClr val="bg1"/>
                </a:solidFill>
                <a:latin typeface="Poppins Thin" panose="00000300000000000000" pitchFamily="2" charset="0"/>
                <a:cs typeface="Poppins Thin" panose="00000300000000000000" pitchFamily="2" charset="0"/>
              </a:defRPr>
            </a:lvl1pPr>
          </a:lstStyle>
          <a:p>
            <a:pPr lvl="0"/>
            <a:r>
              <a:rPr lang="es-ES_tradnl" dirty="0"/>
              <a:t>Tiles </a:t>
            </a:r>
            <a:r>
              <a:rPr lang="es-ES_tradnl" dirty="0" err="1"/>
              <a:t>titles</a:t>
            </a:r>
            <a:r>
              <a:rPr lang="es-ES_tradnl" dirty="0"/>
              <a:t> </a:t>
            </a:r>
            <a:r>
              <a:rPr lang="es-ES_tradnl" dirty="0" err="1"/>
              <a:t>with</a:t>
            </a:r>
            <a:r>
              <a:rPr lang="es-ES_tradnl" dirty="0"/>
              <a:t> </a:t>
            </a:r>
            <a:r>
              <a:rPr lang="es-ES_tradnl" dirty="0" err="1"/>
              <a:t>image</a:t>
            </a:r>
            <a:r>
              <a:rPr lang="es-ES_tradnl" dirty="0"/>
              <a:t> 5</a:t>
            </a:r>
          </a:p>
        </p:txBody>
      </p:sp>
      <p:cxnSp>
        <p:nvCxnSpPr>
          <p:cNvPr id="34" name="Straight Connector 33"/>
          <p:cNvCxnSpPr/>
          <p:nvPr userDrawn="1"/>
        </p:nvCxnSpPr>
        <p:spPr>
          <a:xfrm flipH="1">
            <a:off x="10329801" y="1745432"/>
            <a:ext cx="3735996" cy="0"/>
          </a:xfrm>
          <a:prstGeom prst="line">
            <a:avLst/>
          </a:prstGeom>
          <a:ln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1531573" y="2008613"/>
            <a:ext cx="21368889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00B050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39" name="Rounded Rectangle 38"/>
          <p:cNvSpPr/>
          <p:nvPr userDrawn="1"/>
        </p:nvSpPr>
        <p:spPr>
          <a:xfrm>
            <a:off x="1531575" y="3185592"/>
            <a:ext cx="11939048" cy="458772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6833127" y="3862046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2117193" y="4839923"/>
            <a:ext cx="10724468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62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2117193" y="5422040"/>
            <a:ext cx="10724468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</a:t>
            </a:r>
            <a:r>
              <a:rPr lang="en-US" dirty="0"/>
              <a:t>.</a:t>
            </a:r>
          </a:p>
        </p:txBody>
      </p:sp>
      <p:sp>
        <p:nvSpPr>
          <p:cNvPr id="26" name="Rounded Rectangle 25"/>
          <p:cNvSpPr/>
          <p:nvPr userDrawn="1"/>
        </p:nvSpPr>
        <p:spPr>
          <a:xfrm>
            <a:off x="1519435" y="8082136"/>
            <a:ext cx="4877435" cy="4587724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3259816" y="8852378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62" hasCustomPrompt="1"/>
          </p:nvPr>
        </p:nvSpPr>
        <p:spPr>
          <a:xfrm>
            <a:off x="2033047" y="9903124"/>
            <a:ext cx="3822090" cy="1730596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 in at </a:t>
            </a:r>
            <a:r>
              <a:rPr lang="en-US" dirty="0" err="1"/>
              <a:t>zacm</a:t>
            </a:r>
            <a:r>
              <a:rPr lang="en-US" dirty="0"/>
              <a:t> ligula other. </a:t>
            </a:r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63"/>
          </p:nvPr>
        </p:nvSpPr>
        <p:spPr>
          <a:xfrm>
            <a:off x="6769051" y="8082136"/>
            <a:ext cx="6701574" cy="458772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ctr">
              <a:buNone/>
              <a:defRPr sz="2400">
                <a:solidFill>
                  <a:srgbClr val="7F7F7F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0" name="Rounded Rectangle 29"/>
          <p:cNvSpPr/>
          <p:nvPr userDrawn="1"/>
        </p:nvSpPr>
        <p:spPr>
          <a:xfrm>
            <a:off x="13777766" y="3185592"/>
            <a:ext cx="9122700" cy="9484268"/>
          </a:xfrm>
          <a:prstGeom prst="roundRect">
            <a:avLst>
              <a:gd name="adj" fmla="val 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56" tIns="121879" rIns="243756" bIns="121879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64" hasCustomPrompt="1"/>
          </p:nvPr>
        </p:nvSpPr>
        <p:spPr>
          <a:xfrm>
            <a:off x="17594189" y="4481736"/>
            <a:ext cx="1326893" cy="905868"/>
          </a:xfrm>
          <a:prstGeom prst="rect">
            <a:avLst/>
          </a:prstGeom>
        </p:spPr>
        <p:txBody>
          <a:bodyPr vert="horz" lIns="0" tIns="103866" rIns="0" bIns="103866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1">
                <a:solidFill>
                  <a:schemeClr val="bg1"/>
                </a:solidFill>
                <a:latin typeface="Font Awesome 5 Pro Solid" panose="02000503000000000000" pitchFamily="50" charset="2"/>
                <a:cs typeface="Font Awesome 5 Pro Solid" panose="02000503000000000000" pitchFamily="50" charset="2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65" hasCustomPrompt="1"/>
          </p:nvPr>
        </p:nvSpPr>
        <p:spPr>
          <a:xfrm>
            <a:off x="14363383" y="5459613"/>
            <a:ext cx="7839317" cy="456902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s-ES_tradnl" dirty="0" err="1"/>
              <a:t>Subtitle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66" hasCustomPrompt="1"/>
          </p:nvPr>
        </p:nvSpPr>
        <p:spPr>
          <a:xfrm>
            <a:off x="14363383" y="6041729"/>
            <a:ext cx="7839317" cy="5324394"/>
          </a:xfrm>
          <a:prstGeom prst="rect">
            <a:avLst/>
          </a:prstGeom>
        </p:spPr>
        <p:txBody>
          <a:bodyPr vert="horz" lIns="243756" tIns="121879" rIns="243756" bIns="121879"/>
          <a:lstStyle>
            <a:lvl1pPr marL="0" indent="0" algn="just">
              <a:lnSpc>
                <a:spcPct val="150000"/>
              </a:lnSpc>
              <a:buNone/>
              <a:defRPr sz="19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 et. </a:t>
            </a:r>
          </a:p>
        </p:txBody>
      </p:sp>
    </p:spTree>
    <p:extLst>
      <p:ext uri="{BB962C8B-B14F-4D97-AF65-F5344CB8AC3E}">
        <p14:creationId xmlns:p14="http://schemas.microsoft.com/office/powerpoint/2010/main" val="235785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50000"/>
                <a:lumOff val="50000"/>
              </a:schemeClr>
            </a:gs>
            <a:gs pos="52656">
              <a:schemeClr val="tx1">
                <a:lumMod val="75000"/>
                <a:lumOff val="25000"/>
              </a:schemeClr>
            </a:gs>
            <a:gs pos="26000">
              <a:schemeClr val="tx1">
                <a:lumMod val="65000"/>
                <a:lumOff val="35000"/>
              </a:schemeClr>
            </a:gs>
            <a:gs pos="75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23083145" y="593304"/>
            <a:ext cx="720000" cy="7200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3703" tIns="121850" rIns="243703" bIns="121850" rtlCol="0" anchor="ctr"/>
          <a:lstStyle/>
          <a:p>
            <a:pPr algn="ctr"/>
            <a:endParaRPr lang="en-US" dirty="0">
              <a:solidFill>
                <a:srgbClr val="7F7F7F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 flipH="1">
            <a:off x="23253187" y="632229"/>
            <a:ext cx="388824" cy="586198"/>
          </a:xfrm>
          <a:prstGeom prst="rect">
            <a:avLst/>
          </a:prstGeom>
          <a:noFill/>
        </p:spPr>
        <p:txBody>
          <a:bodyPr wrap="none" lIns="0" tIns="0" rIns="0" bIns="0" rtlCol="0" anchor="ctr" anchorCtr="1">
            <a:normAutofit/>
          </a:bodyPr>
          <a:lstStyle/>
          <a:p>
            <a:pPr algn="ctr">
              <a:lnSpc>
                <a:spcPct val="100000"/>
              </a:lnSpc>
            </a:pPr>
            <a:fld id="{FCEE2C88-6C8F-484D-AF69-578F576B1F44}" type="slidenum">
              <a:rPr lang="en-US" sz="2400" smtClean="0">
                <a:solidFill>
                  <a:schemeClr val="bg1"/>
                </a:solidFill>
                <a:latin typeface="Arial"/>
                <a:cs typeface="Arial"/>
              </a:rPr>
              <a:pPr algn="ctr">
                <a:lnSpc>
                  <a:spcPct val="100000"/>
                </a:lnSpc>
              </a:pPr>
              <a:t>‹#›</a:t>
            </a:fld>
            <a:endParaRPr lang="en-US" sz="24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14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52" r:id="rId2"/>
    <p:sldLayoutId id="2147483698" r:id="rId3"/>
    <p:sldLayoutId id="2147483675" r:id="rId4"/>
    <p:sldLayoutId id="2147483684" r:id="rId5"/>
    <p:sldLayoutId id="2147483683" r:id="rId6"/>
    <p:sldLayoutId id="2147483733" r:id="rId7"/>
    <p:sldLayoutId id="2147483676" r:id="rId8"/>
    <p:sldLayoutId id="2147483685" r:id="rId9"/>
    <p:sldLayoutId id="2147483774" r:id="rId10"/>
    <p:sldLayoutId id="2147483687" r:id="rId11"/>
    <p:sldLayoutId id="2147483688" r:id="rId12"/>
    <p:sldLayoutId id="2147483690" r:id="rId13"/>
    <p:sldLayoutId id="2147483712" r:id="rId14"/>
    <p:sldLayoutId id="2147483679" r:id="rId15"/>
    <p:sldLayoutId id="2147483680" r:id="rId16"/>
    <p:sldLayoutId id="2147483681" r:id="rId17"/>
    <p:sldLayoutId id="2147483693" r:id="rId18"/>
    <p:sldLayoutId id="2147483694" r:id="rId19"/>
    <p:sldLayoutId id="2147483695" r:id="rId20"/>
    <p:sldLayoutId id="2147483706" r:id="rId21"/>
    <p:sldLayoutId id="2147483714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3" r:id="rId29"/>
    <p:sldLayoutId id="2147483746" r:id="rId30"/>
    <p:sldLayoutId id="2147483747" r:id="rId31"/>
    <p:sldLayoutId id="2147483748" r:id="rId32"/>
    <p:sldLayoutId id="2147483749" r:id="rId33"/>
    <p:sldLayoutId id="2147483750" r:id="rId34"/>
  </p:sldLayoutIdLst>
  <p:hf hdr="0" ftr="0" dt="0"/>
  <p:txStyles>
    <p:titleStyle>
      <a:lvl1pPr algn="ctr" defTabSz="1038412" rtl="0" eaLnBrk="1" latinLnBrk="0" hangingPunct="1">
        <a:spcBef>
          <a:spcPct val="0"/>
        </a:spcBef>
        <a:buNone/>
        <a:defRPr sz="10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8808" indent="-778808" algn="l" defTabSz="1038412" rtl="0" eaLnBrk="1" latinLnBrk="0" hangingPunct="1">
        <a:spcBef>
          <a:spcPct val="20000"/>
        </a:spcBef>
        <a:buFont typeface="Arial"/>
        <a:buChar char="•"/>
        <a:defRPr sz="7100" kern="1200">
          <a:solidFill>
            <a:schemeClr val="tx1"/>
          </a:solidFill>
          <a:latin typeface="+mn-lt"/>
          <a:ea typeface="+mn-ea"/>
          <a:cs typeface="+mn-cs"/>
        </a:defRPr>
      </a:lvl1pPr>
      <a:lvl2pPr marL="1687421" indent="-649005" algn="l" defTabSz="1038412" rtl="0" eaLnBrk="1" latinLnBrk="0" hangingPunct="1">
        <a:spcBef>
          <a:spcPct val="20000"/>
        </a:spcBef>
        <a:buFont typeface="Arial"/>
        <a:buChar char="–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2596032" indent="-519206" algn="l" defTabSz="1038412" rtl="0" eaLnBrk="1" latinLnBrk="0" hangingPunct="1">
        <a:spcBef>
          <a:spcPct val="20000"/>
        </a:spcBef>
        <a:buFont typeface="Arial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3pPr>
      <a:lvl4pPr marL="3634442" indent="-519206" algn="l" defTabSz="1038412" rtl="0" eaLnBrk="1" latinLnBrk="0" hangingPunct="1">
        <a:spcBef>
          <a:spcPct val="20000"/>
        </a:spcBef>
        <a:buFont typeface="Arial"/>
        <a:buChar char="–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672856" indent="-519206" algn="l" defTabSz="1038412" rtl="0" eaLnBrk="1" latinLnBrk="0" hangingPunct="1">
        <a:spcBef>
          <a:spcPct val="20000"/>
        </a:spcBef>
        <a:buFont typeface="Arial"/>
        <a:buChar char="»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1268" indent="-519206" algn="l" defTabSz="1038412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749683" indent="-519206" algn="l" defTabSz="1038412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7788095" indent="-519206" algn="l" defTabSz="1038412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8826504" indent="-519206" algn="l" defTabSz="1038412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8412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1038412" algn="l" defTabSz="1038412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2076826" algn="l" defTabSz="1038412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115238" algn="l" defTabSz="1038412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53650" algn="l" defTabSz="1038412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192062" algn="l" defTabSz="1038412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6230472" algn="l" defTabSz="1038412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7268889" algn="l" defTabSz="1038412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8307298" algn="l" defTabSz="1038412" rtl="0" eaLnBrk="1" latinLnBrk="0" hangingPunct="1"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Hexagon 3"/>
          <p:cNvSpPr/>
          <p:nvPr/>
        </p:nvSpPr>
        <p:spPr>
          <a:xfrm rot="5400000">
            <a:off x="10613177" y="8386933"/>
            <a:ext cx="3075236" cy="6828342"/>
          </a:xfrm>
          <a:custGeom>
            <a:avLst/>
            <a:gdLst/>
            <a:ahLst/>
            <a:cxnLst/>
            <a:rect l="l" t="t" r="r" b="b"/>
            <a:pathLst>
              <a:path w="3075236" h="6828341">
                <a:moveTo>
                  <a:pt x="0" y="0"/>
                </a:moveTo>
                <a:lnTo>
                  <a:pt x="1368152" y="0"/>
                </a:lnTo>
                <a:lnTo>
                  <a:pt x="3075236" y="3414171"/>
                </a:lnTo>
                <a:lnTo>
                  <a:pt x="1368152" y="6828341"/>
                </a:lnTo>
                <a:lnTo>
                  <a:pt x="0" y="6828341"/>
                </a:lnTo>
                <a:lnTo>
                  <a:pt x="1707084" y="3414171"/>
                </a:lnTo>
                <a:close/>
              </a:path>
            </a:pathLst>
          </a:custGeom>
          <a:solidFill>
            <a:srgbClr val="00B05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50" name="Hexagon 3"/>
          <p:cNvSpPr/>
          <p:nvPr/>
        </p:nvSpPr>
        <p:spPr>
          <a:xfrm rot="5400000">
            <a:off x="8897983" y="4930547"/>
            <a:ext cx="6531622" cy="6828342"/>
          </a:xfrm>
          <a:custGeom>
            <a:avLst/>
            <a:gdLst/>
            <a:ahLst/>
            <a:cxnLst/>
            <a:rect l="l" t="t" r="r" b="b"/>
            <a:pathLst>
              <a:path w="6531622" h="6828341">
                <a:moveTo>
                  <a:pt x="0" y="0"/>
                </a:moveTo>
                <a:lnTo>
                  <a:pt x="4824536" y="0"/>
                </a:lnTo>
                <a:lnTo>
                  <a:pt x="6531622" y="3414171"/>
                </a:lnTo>
                <a:lnTo>
                  <a:pt x="4824536" y="6828341"/>
                </a:lnTo>
                <a:lnTo>
                  <a:pt x="0" y="6828341"/>
                </a:lnTo>
                <a:lnTo>
                  <a:pt x="1707086" y="3414171"/>
                </a:ln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35" name="Hexagon 3"/>
          <p:cNvSpPr/>
          <p:nvPr/>
        </p:nvSpPr>
        <p:spPr>
          <a:xfrm rot="5400000">
            <a:off x="6162013" y="-2066881"/>
            <a:ext cx="11977564" cy="6828342"/>
          </a:xfrm>
          <a:custGeom>
            <a:avLst/>
            <a:gdLst/>
            <a:ahLst/>
            <a:cxnLst/>
            <a:rect l="l" t="t" r="r" b="b"/>
            <a:pathLst>
              <a:path w="11977563" h="6828341">
                <a:moveTo>
                  <a:pt x="0" y="0"/>
                </a:moveTo>
                <a:lnTo>
                  <a:pt x="10270477" y="0"/>
                </a:lnTo>
                <a:lnTo>
                  <a:pt x="11977563" y="3414171"/>
                </a:lnTo>
                <a:lnTo>
                  <a:pt x="10270477" y="6828341"/>
                </a:lnTo>
                <a:lnTo>
                  <a:pt x="0" y="6828341"/>
                </a:lnTo>
                <a:close/>
              </a:path>
            </a:pathLst>
          </a:custGeom>
          <a:solidFill>
            <a:srgbClr val="46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42" name="Hexagon 3"/>
          <p:cNvSpPr/>
          <p:nvPr/>
        </p:nvSpPr>
        <p:spPr>
          <a:xfrm rot="5400000">
            <a:off x="10626174" y="2410269"/>
            <a:ext cx="3075236" cy="6828342"/>
          </a:xfrm>
          <a:custGeom>
            <a:avLst/>
            <a:gdLst/>
            <a:ahLst/>
            <a:cxnLst/>
            <a:rect l="l" t="t" r="r" b="b"/>
            <a:pathLst>
              <a:path w="3075236" h="6828341">
                <a:moveTo>
                  <a:pt x="0" y="0"/>
                </a:moveTo>
                <a:lnTo>
                  <a:pt x="1368152" y="0"/>
                </a:lnTo>
                <a:lnTo>
                  <a:pt x="3075236" y="3414171"/>
                </a:lnTo>
                <a:lnTo>
                  <a:pt x="1368152" y="6828341"/>
                </a:lnTo>
                <a:lnTo>
                  <a:pt x="0" y="6828341"/>
                </a:lnTo>
                <a:lnTo>
                  <a:pt x="1707084" y="3414171"/>
                </a:ln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54" name="Text Placeholder 7"/>
          <p:cNvSpPr txBox="1">
            <a:spLocks/>
          </p:cNvSpPr>
          <p:nvPr/>
        </p:nvSpPr>
        <p:spPr>
          <a:xfrm>
            <a:off x="9275457" y="7951147"/>
            <a:ext cx="6003811" cy="550015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ctr" defTabSz="103859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700" b="0" kern="1200">
                <a:solidFill>
                  <a:schemeClr val="accent3">
                    <a:lumMod val="50000"/>
                    <a:lumOff val="50000"/>
                  </a:schemeClr>
                </a:solidFill>
                <a:latin typeface="Lato Light"/>
                <a:ea typeface="+mn-ea"/>
                <a:cs typeface="Lato Light"/>
              </a:defRPr>
            </a:lvl1pPr>
            <a:lvl2pPr marL="1687719" indent="-649120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649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35083" indent="-519298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73679" indent="-519298" algn="l" defTabSz="1038596" rtl="0" eaLnBrk="1" latinLnBrk="0" hangingPunct="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12275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750871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789467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82806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/>
                </a:solidFill>
                <a:latin typeface="Poppins ExtraLight" panose="00000300000000000000" pitchFamily="2" charset="0"/>
                <a:cs typeface="Poppins ExtraLight" panose="00000300000000000000" pitchFamily="2" charset="0"/>
              </a:rPr>
              <a:t>Q3/Q4 Meeting</a:t>
            </a:r>
          </a:p>
        </p:txBody>
      </p:sp>
      <p:sp>
        <p:nvSpPr>
          <p:cNvPr id="55" name="Text Placeholder 2"/>
          <p:cNvSpPr txBox="1">
            <a:spLocks/>
          </p:cNvSpPr>
          <p:nvPr/>
        </p:nvSpPr>
        <p:spPr>
          <a:xfrm>
            <a:off x="9214112" y="8573664"/>
            <a:ext cx="6003811" cy="1596704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 defTabSz="1038596" rtl="0" eaLnBrk="1" latinLnBrk="0" hangingPunct="1">
              <a:lnSpc>
                <a:spcPct val="150000"/>
              </a:lnSpc>
              <a:spcBef>
                <a:spcPts val="0"/>
              </a:spcBef>
              <a:buFont typeface="Arial"/>
              <a:buNone/>
              <a:defRPr sz="2200" kern="1200">
                <a:solidFill>
                  <a:schemeClr val="bg1"/>
                </a:solidFill>
                <a:latin typeface="Lato Regular"/>
                <a:ea typeface="+mn-ea"/>
                <a:cs typeface="Lato Regular"/>
              </a:defRPr>
            </a:lvl1pPr>
            <a:lvl2pPr marL="1687719" indent="-649120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649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35083" indent="-519298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73679" indent="-519298" algn="l" defTabSz="1038596" rtl="0" eaLnBrk="1" latinLnBrk="0" hangingPunct="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12275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750871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789467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82806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>
                <a:latin typeface="Poppins" panose="00000500000000000000" pitchFamily="2" charset="0"/>
                <a:cs typeface="Poppins" panose="00000500000000000000" pitchFamily="2" charset="0"/>
              </a:rPr>
              <a:t>October 18-19, 2022</a:t>
            </a:r>
          </a:p>
        </p:txBody>
      </p:sp>
      <p:cxnSp>
        <p:nvCxnSpPr>
          <p:cNvPr id="56" name="Straight Connector 55"/>
          <p:cNvCxnSpPr/>
          <p:nvPr/>
        </p:nvCxnSpPr>
        <p:spPr>
          <a:xfrm flipH="1">
            <a:off x="10329801" y="4697760"/>
            <a:ext cx="3735996" cy="0"/>
          </a:xfrm>
          <a:prstGeom prst="line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79452E5-2F30-2A44-9AF0-942C3F31D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458" y="2125507"/>
            <a:ext cx="6200667" cy="21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39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17FD690-A088-49A3-9779-9966469BA67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</p:sp>
    </p:spTree>
    <p:extLst>
      <p:ext uri="{BB962C8B-B14F-4D97-AF65-F5344CB8AC3E}">
        <p14:creationId xmlns:p14="http://schemas.microsoft.com/office/powerpoint/2010/main" val="482746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xagon 3"/>
          <p:cNvSpPr/>
          <p:nvPr/>
        </p:nvSpPr>
        <p:spPr>
          <a:xfrm>
            <a:off x="13531067" y="3528395"/>
            <a:ext cx="3075235" cy="6828342"/>
          </a:xfrm>
          <a:custGeom>
            <a:avLst/>
            <a:gdLst/>
            <a:ahLst/>
            <a:cxnLst/>
            <a:rect l="l" t="t" r="r" b="b"/>
            <a:pathLst>
              <a:path w="3075236" h="6828341">
                <a:moveTo>
                  <a:pt x="0" y="0"/>
                </a:moveTo>
                <a:lnTo>
                  <a:pt x="1368152" y="0"/>
                </a:lnTo>
                <a:lnTo>
                  <a:pt x="3075236" y="3414171"/>
                </a:lnTo>
                <a:lnTo>
                  <a:pt x="1368152" y="6828341"/>
                </a:lnTo>
                <a:lnTo>
                  <a:pt x="0" y="6828341"/>
                </a:lnTo>
                <a:lnTo>
                  <a:pt x="1707084" y="3414171"/>
                </a:lnTo>
                <a:close/>
              </a:path>
            </a:pathLst>
          </a:custGeom>
          <a:solidFill>
            <a:srgbClr val="00B05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19" name="Hexagon 3"/>
          <p:cNvSpPr/>
          <p:nvPr/>
        </p:nvSpPr>
        <p:spPr>
          <a:xfrm>
            <a:off x="8079563" y="3528395"/>
            <a:ext cx="6531621" cy="6828342"/>
          </a:xfrm>
          <a:custGeom>
            <a:avLst/>
            <a:gdLst/>
            <a:ahLst/>
            <a:cxnLst/>
            <a:rect l="l" t="t" r="r" b="b"/>
            <a:pathLst>
              <a:path w="6531622" h="6828341">
                <a:moveTo>
                  <a:pt x="0" y="0"/>
                </a:moveTo>
                <a:lnTo>
                  <a:pt x="4824536" y="0"/>
                </a:lnTo>
                <a:lnTo>
                  <a:pt x="6531622" y="3414171"/>
                </a:lnTo>
                <a:lnTo>
                  <a:pt x="4824536" y="6828341"/>
                </a:lnTo>
                <a:lnTo>
                  <a:pt x="0" y="6828341"/>
                </a:lnTo>
                <a:lnTo>
                  <a:pt x="1707086" y="3414171"/>
                </a:ln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11" name="Hexagon 3"/>
          <p:cNvSpPr/>
          <p:nvPr/>
        </p:nvSpPr>
        <p:spPr>
          <a:xfrm>
            <a:off x="-102679" y="3528395"/>
            <a:ext cx="11977562" cy="6828342"/>
          </a:xfrm>
          <a:custGeom>
            <a:avLst/>
            <a:gdLst/>
            <a:ahLst/>
            <a:cxnLst/>
            <a:rect l="l" t="t" r="r" b="b"/>
            <a:pathLst>
              <a:path w="11977563" h="6828341">
                <a:moveTo>
                  <a:pt x="0" y="0"/>
                </a:moveTo>
                <a:lnTo>
                  <a:pt x="10270477" y="0"/>
                </a:lnTo>
                <a:lnTo>
                  <a:pt x="11977563" y="3414171"/>
                </a:lnTo>
                <a:lnTo>
                  <a:pt x="10270477" y="6828341"/>
                </a:lnTo>
                <a:lnTo>
                  <a:pt x="0" y="6828341"/>
                </a:lnTo>
                <a:close/>
              </a:path>
            </a:pathLst>
          </a:custGeom>
          <a:solidFill>
            <a:srgbClr val="46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7"/>
          <p:cNvSpPr txBox="1">
            <a:spLocks/>
          </p:cNvSpPr>
          <p:nvPr/>
        </p:nvSpPr>
        <p:spPr>
          <a:xfrm>
            <a:off x="1505727" y="5400602"/>
            <a:ext cx="6984776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l" defTabSz="1038596" rtl="0" eaLnBrk="1" latinLnBrk="0" hangingPunct="1">
              <a:lnSpc>
                <a:spcPct val="100000"/>
              </a:lnSpc>
              <a:spcBef>
                <a:spcPts val="0"/>
              </a:spcBef>
              <a:buFont typeface="Arial"/>
              <a:buNone/>
              <a:defRPr sz="5300" b="1" kern="1200" baseline="0">
                <a:solidFill>
                  <a:schemeClr val="bg1"/>
                </a:solidFill>
                <a:latin typeface="Lato"/>
                <a:ea typeface="+mn-ea"/>
                <a:cs typeface="Lato"/>
              </a:defRPr>
            </a:lvl1pPr>
            <a:lvl2pPr marL="1687719" indent="-649120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649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35083" indent="-519298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73679" indent="-519298" algn="l" defTabSz="1038596" rtl="0" eaLnBrk="1" latinLnBrk="0" hangingPunct="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12275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750871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789467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82806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6400" dirty="0">
                <a:latin typeface="Poppins ExtraLight" panose="00000300000000000000" pitchFamily="2" charset="0"/>
                <a:cs typeface="Poppins ExtraLight" panose="00000300000000000000" pitchFamily="2" charset="0"/>
              </a:rPr>
              <a:t>WELCOME</a:t>
            </a:r>
          </a:p>
        </p:txBody>
      </p:sp>
      <p:sp>
        <p:nvSpPr>
          <p:cNvPr id="25" name="Text Placeholder 2"/>
          <p:cNvSpPr txBox="1">
            <a:spLocks/>
          </p:cNvSpPr>
          <p:nvPr/>
        </p:nvSpPr>
        <p:spPr>
          <a:xfrm>
            <a:off x="1505727" y="6858000"/>
            <a:ext cx="6984776" cy="187220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1038596" rtl="0" eaLnBrk="1" latinLnBrk="0" hangingPunct="1">
              <a:lnSpc>
                <a:spcPct val="150000"/>
              </a:lnSpc>
              <a:spcBef>
                <a:spcPts val="0"/>
              </a:spcBef>
              <a:buFont typeface="Arial"/>
              <a:buNone/>
              <a:defRPr sz="2200" kern="1200">
                <a:solidFill>
                  <a:schemeClr val="bg1"/>
                </a:solidFill>
                <a:latin typeface="Lato Regular"/>
                <a:ea typeface="+mn-ea"/>
                <a:cs typeface="Lato Regular"/>
              </a:defRPr>
            </a:lvl1pPr>
            <a:lvl2pPr marL="1687719" indent="-649120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649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35083" indent="-519298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73679" indent="-519298" algn="l" defTabSz="1038596" rtl="0" eaLnBrk="1" latinLnBrk="0" hangingPunct="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12275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750871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789467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82806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>
                <a:latin typeface="Poppins Light" panose="00000400000000000000" pitchFamily="2" charset="0"/>
                <a:cs typeface="Poppins Light" panose="00000400000000000000" pitchFamily="2" charset="0"/>
              </a:rPr>
              <a:t>We are excited to have you here with us!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H="1">
            <a:off x="1505729" y="6659752"/>
            <a:ext cx="3735996" cy="0"/>
          </a:xfrm>
          <a:prstGeom prst="line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Hexagon 3"/>
          <p:cNvSpPr/>
          <p:nvPr/>
        </p:nvSpPr>
        <p:spPr>
          <a:xfrm>
            <a:off x="8805049" y="3528395"/>
            <a:ext cx="3075235" cy="6828342"/>
          </a:xfrm>
          <a:custGeom>
            <a:avLst/>
            <a:gdLst/>
            <a:ahLst/>
            <a:cxnLst/>
            <a:rect l="l" t="t" r="r" b="b"/>
            <a:pathLst>
              <a:path w="3075236" h="6828341">
                <a:moveTo>
                  <a:pt x="0" y="0"/>
                </a:moveTo>
                <a:lnTo>
                  <a:pt x="1368152" y="0"/>
                </a:lnTo>
                <a:lnTo>
                  <a:pt x="3075236" y="3414171"/>
                </a:lnTo>
                <a:lnTo>
                  <a:pt x="1368152" y="6828341"/>
                </a:lnTo>
                <a:lnTo>
                  <a:pt x="0" y="6828341"/>
                </a:lnTo>
                <a:lnTo>
                  <a:pt x="1707084" y="3414171"/>
                </a:ln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20EE31-790F-4BA3-AB38-B4637341D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3" y="478230"/>
            <a:ext cx="1624623" cy="55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8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E5D7B-BEF6-4ED0-AEEF-6562E842C7A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28CD3-3C9C-43B7-9B6C-A48740DA0B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49F5B-44E5-4D8F-A030-2B4BE8F230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3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F39929-CFD0-40FB-A8DD-C378C3DD11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This is the </a:t>
            </a:r>
            <a:r>
              <a:rPr lang="en-US"/>
              <a:t>Slide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661E75-57D2-4EF6-A9AC-EE9ADEC2B0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40710D-67A1-4B96-A062-5D61FE8A68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latin typeface="Font Awesome 5 Pro Light" panose="02000303000000000000" pitchFamily="2" charset="2"/>
              </a:rPr>
              <a:t>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51454F2-1DA2-4B29-854B-88A9F051D2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98B04-211D-4918-A9FA-C9ADD48988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27A72C-4BF1-4161-A444-F1F5EE0777F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361FB9-7C3C-40C7-AB49-CD678CC6B1E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F4CA715-F932-4CED-9C63-FF5F3428D6B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09813CE-57C0-4C73-B578-61EB7996B1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52844F0-819F-42FD-AF2E-4550276C73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920E801-6714-421F-9265-358579DD9FF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5509367-15D3-42F3-A41B-62602B57B45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7F47D8E-FB85-4466-8478-3CE7ECB56C2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FFF3F02-7F3C-4883-9620-BFDFA95CFC5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8D6696E-7495-47E6-AA81-4538ECBA324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7F88A6D-C35C-400A-AA07-FF9483F740F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FC3A8E7-3D56-4892-A415-B1B26BA5C4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B25A8E1-C53F-4ABD-BC2A-75A37E695C8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16A2D70-3EEE-4A48-B647-EB53D62671E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0F3F30E-8467-4854-8AD3-1AE59DA3DA1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4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xagon 3"/>
          <p:cNvSpPr/>
          <p:nvPr/>
        </p:nvSpPr>
        <p:spPr>
          <a:xfrm rot="5400000">
            <a:off x="10367057" y="7162797"/>
            <a:ext cx="3075236" cy="6828342"/>
          </a:xfrm>
          <a:custGeom>
            <a:avLst/>
            <a:gdLst/>
            <a:ahLst/>
            <a:cxnLst/>
            <a:rect l="l" t="t" r="r" b="b"/>
            <a:pathLst>
              <a:path w="3075236" h="6828341">
                <a:moveTo>
                  <a:pt x="0" y="0"/>
                </a:moveTo>
                <a:lnTo>
                  <a:pt x="1368152" y="0"/>
                </a:lnTo>
                <a:lnTo>
                  <a:pt x="3075236" y="3414171"/>
                </a:lnTo>
                <a:lnTo>
                  <a:pt x="1368152" y="6828341"/>
                </a:lnTo>
                <a:lnTo>
                  <a:pt x="0" y="6828341"/>
                </a:lnTo>
                <a:lnTo>
                  <a:pt x="1707084" y="3414171"/>
                </a:lnTo>
                <a:close/>
              </a:path>
            </a:pathLst>
          </a:custGeom>
          <a:solidFill>
            <a:srgbClr val="00B05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19" name="Hexagon 3"/>
          <p:cNvSpPr/>
          <p:nvPr/>
        </p:nvSpPr>
        <p:spPr>
          <a:xfrm rot="5400000">
            <a:off x="8651861" y="3608953"/>
            <a:ext cx="6531622" cy="6828342"/>
          </a:xfrm>
          <a:custGeom>
            <a:avLst/>
            <a:gdLst/>
            <a:ahLst/>
            <a:cxnLst/>
            <a:rect l="l" t="t" r="r" b="b"/>
            <a:pathLst>
              <a:path w="6531622" h="6828341">
                <a:moveTo>
                  <a:pt x="0" y="0"/>
                </a:moveTo>
                <a:lnTo>
                  <a:pt x="4824536" y="0"/>
                </a:lnTo>
                <a:lnTo>
                  <a:pt x="6531622" y="3414171"/>
                </a:lnTo>
                <a:lnTo>
                  <a:pt x="4824536" y="6828341"/>
                </a:lnTo>
                <a:lnTo>
                  <a:pt x="0" y="6828341"/>
                </a:lnTo>
                <a:lnTo>
                  <a:pt x="1707086" y="3414171"/>
                </a:ln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11" name="Hexagon 3"/>
          <p:cNvSpPr/>
          <p:nvPr/>
        </p:nvSpPr>
        <p:spPr>
          <a:xfrm rot="5400000">
            <a:off x="5915893" y="-2426923"/>
            <a:ext cx="11977564" cy="6828342"/>
          </a:xfrm>
          <a:custGeom>
            <a:avLst/>
            <a:gdLst/>
            <a:ahLst/>
            <a:cxnLst/>
            <a:rect l="l" t="t" r="r" b="b"/>
            <a:pathLst>
              <a:path w="11977563" h="6828341">
                <a:moveTo>
                  <a:pt x="0" y="0"/>
                </a:moveTo>
                <a:lnTo>
                  <a:pt x="10270477" y="0"/>
                </a:lnTo>
                <a:lnTo>
                  <a:pt x="11977563" y="3414171"/>
                </a:lnTo>
                <a:lnTo>
                  <a:pt x="10270477" y="6828341"/>
                </a:lnTo>
                <a:lnTo>
                  <a:pt x="0" y="6828341"/>
                </a:lnTo>
                <a:close/>
              </a:path>
            </a:pathLst>
          </a:custGeom>
          <a:solidFill>
            <a:srgbClr val="465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7"/>
          <p:cNvSpPr txBox="1">
            <a:spLocks/>
          </p:cNvSpPr>
          <p:nvPr/>
        </p:nvSpPr>
        <p:spPr>
          <a:xfrm>
            <a:off x="9282594" y="2610064"/>
            <a:ext cx="5431275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l" defTabSz="1038596" rtl="0" eaLnBrk="1" latinLnBrk="0" hangingPunct="1">
              <a:lnSpc>
                <a:spcPct val="100000"/>
              </a:lnSpc>
              <a:spcBef>
                <a:spcPts val="0"/>
              </a:spcBef>
              <a:buFont typeface="Arial"/>
              <a:buNone/>
              <a:defRPr sz="5300" b="1" kern="1200" baseline="0">
                <a:solidFill>
                  <a:schemeClr val="bg1"/>
                </a:solidFill>
                <a:latin typeface="Lato"/>
                <a:ea typeface="+mn-ea"/>
                <a:cs typeface="Lato"/>
              </a:defRPr>
            </a:lvl1pPr>
            <a:lvl2pPr marL="1687719" indent="-649120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649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35083" indent="-519298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73679" indent="-519298" algn="l" defTabSz="1038596" rtl="0" eaLnBrk="1" latinLnBrk="0" hangingPunct="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12275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750871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789467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82806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6400" b="0" dirty="0">
                <a:latin typeface="Poppins Light" panose="00000400000000000000" pitchFamily="2" charset="0"/>
                <a:cs typeface="Poppins Light" panose="00000400000000000000" pitchFamily="2" charset="0"/>
              </a:rPr>
              <a:t>THANKS FOR </a:t>
            </a:r>
          </a:p>
        </p:txBody>
      </p:sp>
      <p:sp>
        <p:nvSpPr>
          <p:cNvPr id="27" name="Hexagon 3"/>
          <p:cNvSpPr/>
          <p:nvPr/>
        </p:nvSpPr>
        <p:spPr>
          <a:xfrm rot="5400000">
            <a:off x="10380054" y="2024243"/>
            <a:ext cx="3075236" cy="6828342"/>
          </a:xfrm>
          <a:custGeom>
            <a:avLst/>
            <a:gdLst/>
            <a:ahLst/>
            <a:cxnLst/>
            <a:rect l="l" t="t" r="r" b="b"/>
            <a:pathLst>
              <a:path w="3075236" h="6828341">
                <a:moveTo>
                  <a:pt x="0" y="0"/>
                </a:moveTo>
                <a:lnTo>
                  <a:pt x="1368152" y="0"/>
                </a:lnTo>
                <a:lnTo>
                  <a:pt x="3075236" y="3414171"/>
                </a:lnTo>
                <a:lnTo>
                  <a:pt x="1368152" y="6828341"/>
                </a:lnTo>
                <a:lnTo>
                  <a:pt x="0" y="6828341"/>
                </a:lnTo>
                <a:lnTo>
                  <a:pt x="1707084" y="3414171"/>
                </a:ln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5" tIns="45712" rIns="91425" bIns="45712"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7"/>
          <p:cNvSpPr txBox="1">
            <a:spLocks/>
          </p:cNvSpPr>
          <p:nvPr/>
        </p:nvSpPr>
        <p:spPr>
          <a:xfrm>
            <a:off x="9282594" y="3474160"/>
            <a:ext cx="5431275" cy="863560"/>
          </a:xfrm>
          <a:prstGeom prst="rect">
            <a:avLst/>
          </a:prstGeom>
        </p:spPr>
        <p:txBody>
          <a:bodyPr vert="horz" lIns="0" tIns="103842" rIns="0" bIns="103842" anchor="ctr"/>
          <a:lstStyle>
            <a:lvl1pPr marL="0" indent="0" algn="l" defTabSz="1038596" rtl="0" eaLnBrk="1" latinLnBrk="0" hangingPunct="1">
              <a:lnSpc>
                <a:spcPct val="100000"/>
              </a:lnSpc>
              <a:spcBef>
                <a:spcPts val="0"/>
              </a:spcBef>
              <a:buFont typeface="Arial"/>
              <a:buNone/>
              <a:defRPr sz="5300" b="1" kern="1200" baseline="0">
                <a:solidFill>
                  <a:schemeClr val="bg1"/>
                </a:solidFill>
                <a:latin typeface="Lato"/>
                <a:ea typeface="+mn-ea"/>
                <a:cs typeface="Lato"/>
              </a:defRPr>
            </a:lvl1pPr>
            <a:lvl2pPr marL="1687719" indent="-649120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649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35083" indent="-519298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73679" indent="-519298" algn="l" defTabSz="1038596" rtl="0" eaLnBrk="1" latinLnBrk="0" hangingPunct="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12275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750871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789467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82806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6400" b="0" dirty="0">
                <a:latin typeface="Poppins Light" panose="00000400000000000000" pitchFamily="2" charset="0"/>
                <a:cs typeface="Poppins Light" panose="00000400000000000000" pitchFamily="2" charset="0"/>
              </a:rPr>
              <a:t>YOUR TIME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10105355" y="4481736"/>
            <a:ext cx="3735996" cy="0"/>
          </a:xfrm>
          <a:prstGeom prst="line">
            <a:avLst/>
          </a:prstGeom>
          <a:ln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 txBox="1">
            <a:spLocks/>
          </p:cNvSpPr>
          <p:nvPr/>
        </p:nvSpPr>
        <p:spPr>
          <a:xfrm>
            <a:off x="8953228" y="7935681"/>
            <a:ext cx="6048673" cy="1010551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l" defTabSz="1038596" rtl="0" eaLnBrk="1" latinLnBrk="0" hangingPunct="1">
              <a:lnSpc>
                <a:spcPct val="150000"/>
              </a:lnSpc>
              <a:spcBef>
                <a:spcPts val="0"/>
              </a:spcBef>
              <a:buFont typeface="Arial"/>
              <a:buNone/>
              <a:defRPr sz="2200" kern="1200">
                <a:solidFill>
                  <a:schemeClr val="bg1"/>
                </a:solidFill>
                <a:latin typeface="Lato Regular"/>
                <a:ea typeface="+mn-ea"/>
                <a:cs typeface="Lato Regular"/>
              </a:defRPr>
            </a:lvl1pPr>
            <a:lvl2pPr marL="1687719" indent="-649120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9649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35083" indent="-519298" algn="l" defTabSz="1038596" rtl="0" eaLnBrk="1" latinLnBrk="0" hangingPunct="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673679" indent="-519298" algn="l" defTabSz="1038596" rtl="0" eaLnBrk="1" latinLnBrk="0" hangingPunct="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12275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750871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789467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828060" indent="-519298" algn="l" defTabSz="1038596" rtl="0" eaLnBrk="1" latinLnBrk="0" hangingPunct="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Poppins Light" panose="00000400000000000000" pitchFamily="2" charset="0"/>
                <a:cs typeface="Poppins Light" panose="00000400000000000000" pitchFamily="2" charset="0"/>
              </a:rPr>
              <a:t>Enjoy the meeting!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3AD4D-1D19-234C-AD9A-B9ACF3321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228" y="-28246"/>
            <a:ext cx="5919882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82628"/>
      </p:ext>
    </p:extLst>
  </p:cSld>
  <p:clrMapOvr>
    <a:masterClrMapping/>
  </p:clrMapOvr>
</p:sld>
</file>

<file path=ppt/theme/theme1.xml><?xml version="1.0" encoding="utf-8"?>
<a:theme xmlns:a="http://schemas.openxmlformats.org/drawingml/2006/main" name="Deploy">
  <a:themeElements>
    <a:clrScheme name="Colored">
      <a:dk1>
        <a:sysClr val="windowText" lastClr="000000"/>
      </a:dk1>
      <a:lt1>
        <a:sysClr val="window" lastClr="FFFFFF"/>
      </a:lt1>
      <a:dk2>
        <a:srgbClr val="122C4D"/>
      </a:dk2>
      <a:lt2>
        <a:srgbClr val="FFFCFF"/>
      </a:lt2>
      <a:accent1>
        <a:srgbClr val="46556A"/>
      </a:accent1>
      <a:accent2>
        <a:srgbClr val="1487B1"/>
      </a:accent2>
      <a:accent3>
        <a:srgbClr val="44BE9B"/>
      </a:accent3>
      <a:accent4>
        <a:srgbClr val="9CB833"/>
      </a:accent4>
      <a:accent5>
        <a:srgbClr val="F98634"/>
      </a:accent5>
      <a:accent6>
        <a:srgbClr val="D44024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14213</TotalTime>
  <Words>33</Words>
  <Application>Microsoft Macintosh PowerPoint</Application>
  <PresentationFormat>Custom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Poppins Thin</vt:lpstr>
      <vt:lpstr>Font Awesome 5 Pro Light</vt:lpstr>
      <vt:lpstr>Poppins ExtraLight</vt:lpstr>
      <vt:lpstr>Poppins Light</vt:lpstr>
      <vt:lpstr>Poppins</vt:lpstr>
      <vt:lpstr>Calibri</vt:lpstr>
      <vt:lpstr>Arial</vt:lpstr>
      <vt:lpstr>Font Awesome 5 Pro Solid</vt:lpstr>
      <vt:lpstr>Wingdings</vt:lpstr>
      <vt:lpstr>Deploy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Zacomic Studios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Olvin Rivera</dc:creator>
  <cp:lastModifiedBy>Microsoft Office User</cp:lastModifiedBy>
  <cp:revision>1060</cp:revision>
  <dcterms:created xsi:type="dcterms:W3CDTF">2015-06-05T17:51:08Z</dcterms:created>
  <dcterms:modified xsi:type="dcterms:W3CDTF">2022-08-01T17:49:05Z</dcterms:modified>
</cp:coreProperties>
</file>